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306" r:id="rId2"/>
    <p:sldId id="320" r:id="rId3"/>
    <p:sldId id="304" r:id="rId4"/>
    <p:sldId id="319" r:id="rId5"/>
    <p:sldId id="310" r:id="rId6"/>
  </p:sldIdLst>
  <p:sldSz cx="12192000" cy="6858000"/>
  <p:notesSz cx="6858000" cy="9144000"/>
  <p:custDataLst>
    <p:tags r:id="rId9"/>
  </p:custDataLst>
  <p:defaultTextStyle>
    <a:defPPr>
      <a:defRPr lang="zh-CN"/>
    </a:defPPr>
    <a:lvl1pPr marL="0" algn="l" defTabSz="914377" rtl="0" eaLnBrk="1" latinLnBrk="0" hangingPunct="1">
      <a:defRPr sz="1867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67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67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67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67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67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67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67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67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99" userDrawn="1">
          <p15:clr>
            <a:srgbClr val="A4A3A4"/>
          </p15:clr>
        </p15:guide>
        <p15:guide id="2" pos="393" userDrawn="1">
          <p15:clr>
            <a:srgbClr val="A4A3A4"/>
          </p15:clr>
        </p15:guide>
        <p15:guide id="3" orient="horz" pos="2160" userDrawn="1">
          <p15:clr>
            <a:srgbClr val="A4A3A4"/>
          </p15:clr>
        </p15:guide>
        <p15:guide id="4" pos="7287" userDrawn="1">
          <p15:clr>
            <a:srgbClr val="A4A3A4"/>
          </p15:clr>
        </p15:guide>
        <p15:guide id="5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E6EC4"/>
    <a:srgbClr val="0432FF"/>
    <a:srgbClr val="FF6600"/>
    <a:srgbClr val="145491"/>
    <a:srgbClr val="2CA0EB"/>
    <a:srgbClr val="1E53BB"/>
    <a:srgbClr val="2B9BE8"/>
    <a:srgbClr val="0F6FC6"/>
    <a:srgbClr val="C4EFFF"/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467" autoAdjust="0"/>
    <p:restoredTop sz="91701" autoAdjust="0"/>
  </p:normalViewPr>
  <p:slideViewPr>
    <p:cSldViewPr showGuides="1">
      <p:cViewPr varScale="1">
        <p:scale>
          <a:sx n="112" d="100"/>
          <a:sy n="112" d="100"/>
        </p:scale>
        <p:origin x="320" y="200"/>
      </p:cViewPr>
      <p:guideLst>
        <p:guide orient="horz" pos="799"/>
        <p:guide pos="393"/>
        <p:guide orient="horz" pos="2160"/>
        <p:guide pos="7287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2026/3/10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F63F34-B34B-4F89-8D3D-FF3010BAC11A}" type="datetimeFigureOut">
              <a:rPr lang="zh-CN" altLang="en-US" smtClean="0"/>
              <a:t>2026/3/10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213E9A-085C-4B83-8A6F-19200E92BA0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页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27448" y="1916832"/>
            <a:ext cx="9793088" cy="633412"/>
          </a:xfrm>
        </p:spPr>
        <p:txBody>
          <a:bodyPr/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9" name="文本占位符 18">
            <a:extLst>
              <a:ext uri="{FF2B5EF4-FFF2-40B4-BE49-F238E27FC236}">
                <a16:creationId xmlns:a16="http://schemas.microsoft.com/office/drawing/2014/main" id="{2D47455D-0ACC-41EC-1818-4544455415B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55305" y="2971800"/>
            <a:ext cx="6481390" cy="914400"/>
          </a:xfrm>
        </p:spPr>
        <p:txBody>
          <a:bodyPr anchor="ctr"/>
          <a:lstStyle>
            <a:lvl1pPr marL="0" indent="0" algn="ctr">
              <a:buNone/>
              <a:defRPr sz="2000"/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5" indent="0">
              <a:buNone/>
              <a:defRPr/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</a:p>
        </p:txBody>
      </p:sp>
    </p:spTree>
  </p:cSld>
  <p:clrMapOvr>
    <a:masterClrMapping/>
  </p:clrMapOvr>
  <p:transition spd="med"/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>
            <a:extLst>
              <a:ext uri="{FF2B5EF4-FFF2-40B4-BE49-F238E27FC236}">
                <a16:creationId xmlns:a16="http://schemas.microsoft.com/office/drawing/2014/main" id="{C38ABD89-EFAF-1D48-B00D-9EB27A022573}"/>
              </a:ext>
            </a:extLst>
          </p:cNvPr>
          <p:cNvSpPr txBox="1"/>
          <p:nvPr userDrawn="1"/>
        </p:nvSpPr>
        <p:spPr>
          <a:xfrm>
            <a:off x="10294129" y="5813544"/>
            <a:ext cx="1801516" cy="1506432"/>
          </a:xfrm>
          <a:custGeom>
            <a:avLst/>
            <a:gdLst>
              <a:gd name="connsiteX0" fmla="*/ 2308032 w 2359413"/>
              <a:gd name="connsiteY0" fmla="*/ 2073686 h 2176448"/>
              <a:gd name="connsiteX1" fmla="*/ 2359413 w 2359413"/>
              <a:gd name="connsiteY1" fmla="*/ 2125067 h 2176448"/>
              <a:gd name="connsiteX2" fmla="*/ 2308032 w 2359413"/>
              <a:gd name="connsiteY2" fmla="*/ 2176448 h 2176448"/>
              <a:gd name="connsiteX3" fmla="*/ 2256651 w 2359413"/>
              <a:gd name="connsiteY3" fmla="*/ 2125067 h 2176448"/>
              <a:gd name="connsiteX4" fmla="*/ 2308032 w 2359413"/>
              <a:gd name="connsiteY4" fmla="*/ 2073686 h 2176448"/>
              <a:gd name="connsiteX5" fmla="*/ 1931922 w 2359413"/>
              <a:gd name="connsiteY5" fmla="*/ 2073686 h 2176448"/>
              <a:gd name="connsiteX6" fmla="*/ 1983303 w 2359413"/>
              <a:gd name="connsiteY6" fmla="*/ 2125067 h 2176448"/>
              <a:gd name="connsiteX7" fmla="*/ 1931922 w 2359413"/>
              <a:gd name="connsiteY7" fmla="*/ 2176448 h 2176448"/>
              <a:gd name="connsiteX8" fmla="*/ 1880541 w 2359413"/>
              <a:gd name="connsiteY8" fmla="*/ 2125067 h 2176448"/>
              <a:gd name="connsiteX9" fmla="*/ 1931922 w 2359413"/>
              <a:gd name="connsiteY9" fmla="*/ 2073686 h 2176448"/>
              <a:gd name="connsiteX10" fmla="*/ 1555814 w 2359413"/>
              <a:gd name="connsiteY10" fmla="*/ 2073686 h 2176448"/>
              <a:gd name="connsiteX11" fmla="*/ 1607195 w 2359413"/>
              <a:gd name="connsiteY11" fmla="*/ 2125067 h 2176448"/>
              <a:gd name="connsiteX12" fmla="*/ 1555814 w 2359413"/>
              <a:gd name="connsiteY12" fmla="*/ 2176448 h 2176448"/>
              <a:gd name="connsiteX13" fmla="*/ 1504433 w 2359413"/>
              <a:gd name="connsiteY13" fmla="*/ 2125067 h 2176448"/>
              <a:gd name="connsiteX14" fmla="*/ 1555814 w 2359413"/>
              <a:gd name="connsiteY14" fmla="*/ 2073686 h 2176448"/>
              <a:gd name="connsiteX15" fmla="*/ 1179708 w 2359413"/>
              <a:gd name="connsiteY15" fmla="*/ 2073686 h 2176448"/>
              <a:gd name="connsiteX16" fmla="*/ 1231089 w 2359413"/>
              <a:gd name="connsiteY16" fmla="*/ 2125067 h 2176448"/>
              <a:gd name="connsiteX17" fmla="*/ 1179708 w 2359413"/>
              <a:gd name="connsiteY17" fmla="*/ 2176448 h 2176448"/>
              <a:gd name="connsiteX18" fmla="*/ 1128327 w 2359413"/>
              <a:gd name="connsiteY18" fmla="*/ 2125067 h 2176448"/>
              <a:gd name="connsiteX19" fmla="*/ 1179708 w 2359413"/>
              <a:gd name="connsiteY19" fmla="*/ 2073686 h 2176448"/>
              <a:gd name="connsiteX20" fmla="*/ 803599 w 2359413"/>
              <a:gd name="connsiteY20" fmla="*/ 2073686 h 2176448"/>
              <a:gd name="connsiteX21" fmla="*/ 854980 w 2359413"/>
              <a:gd name="connsiteY21" fmla="*/ 2125067 h 2176448"/>
              <a:gd name="connsiteX22" fmla="*/ 803599 w 2359413"/>
              <a:gd name="connsiteY22" fmla="*/ 2176448 h 2176448"/>
              <a:gd name="connsiteX23" fmla="*/ 752218 w 2359413"/>
              <a:gd name="connsiteY23" fmla="*/ 2125067 h 2176448"/>
              <a:gd name="connsiteX24" fmla="*/ 803599 w 2359413"/>
              <a:gd name="connsiteY24" fmla="*/ 2073686 h 2176448"/>
              <a:gd name="connsiteX25" fmla="*/ 427489 w 2359413"/>
              <a:gd name="connsiteY25" fmla="*/ 2073686 h 2176448"/>
              <a:gd name="connsiteX26" fmla="*/ 478870 w 2359413"/>
              <a:gd name="connsiteY26" fmla="*/ 2125067 h 2176448"/>
              <a:gd name="connsiteX27" fmla="*/ 427489 w 2359413"/>
              <a:gd name="connsiteY27" fmla="*/ 2176448 h 2176448"/>
              <a:gd name="connsiteX28" fmla="*/ 376108 w 2359413"/>
              <a:gd name="connsiteY28" fmla="*/ 2125067 h 2176448"/>
              <a:gd name="connsiteX29" fmla="*/ 427489 w 2359413"/>
              <a:gd name="connsiteY29" fmla="*/ 2073686 h 2176448"/>
              <a:gd name="connsiteX30" fmla="*/ 51381 w 2359413"/>
              <a:gd name="connsiteY30" fmla="*/ 2073686 h 2176448"/>
              <a:gd name="connsiteX31" fmla="*/ 102762 w 2359413"/>
              <a:gd name="connsiteY31" fmla="*/ 2125067 h 2176448"/>
              <a:gd name="connsiteX32" fmla="*/ 51381 w 2359413"/>
              <a:gd name="connsiteY32" fmla="*/ 2176448 h 2176448"/>
              <a:gd name="connsiteX33" fmla="*/ 0 w 2359413"/>
              <a:gd name="connsiteY33" fmla="*/ 2125067 h 2176448"/>
              <a:gd name="connsiteX34" fmla="*/ 51381 w 2359413"/>
              <a:gd name="connsiteY34" fmla="*/ 2073686 h 2176448"/>
              <a:gd name="connsiteX35" fmla="*/ 2308032 w 2359413"/>
              <a:gd name="connsiteY35" fmla="*/ 1777446 h 2176448"/>
              <a:gd name="connsiteX36" fmla="*/ 2359413 w 2359413"/>
              <a:gd name="connsiteY36" fmla="*/ 1828827 h 2176448"/>
              <a:gd name="connsiteX37" fmla="*/ 2308032 w 2359413"/>
              <a:gd name="connsiteY37" fmla="*/ 1880208 h 2176448"/>
              <a:gd name="connsiteX38" fmla="*/ 2256651 w 2359413"/>
              <a:gd name="connsiteY38" fmla="*/ 1828827 h 2176448"/>
              <a:gd name="connsiteX39" fmla="*/ 2308032 w 2359413"/>
              <a:gd name="connsiteY39" fmla="*/ 1777446 h 2176448"/>
              <a:gd name="connsiteX40" fmla="*/ 1931922 w 2359413"/>
              <a:gd name="connsiteY40" fmla="*/ 1777446 h 2176448"/>
              <a:gd name="connsiteX41" fmla="*/ 1983303 w 2359413"/>
              <a:gd name="connsiteY41" fmla="*/ 1828827 h 2176448"/>
              <a:gd name="connsiteX42" fmla="*/ 1931922 w 2359413"/>
              <a:gd name="connsiteY42" fmla="*/ 1880208 h 2176448"/>
              <a:gd name="connsiteX43" fmla="*/ 1880541 w 2359413"/>
              <a:gd name="connsiteY43" fmla="*/ 1828827 h 2176448"/>
              <a:gd name="connsiteX44" fmla="*/ 1931922 w 2359413"/>
              <a:gd name="connsiteY44" fmla="*/ 1777446 h 2176448"/>
              <a:gd name="connsiteX45" fmla="*/ 1555814 w 2359413"/>
              <a:gd name="connsiteY45" fmla="*/ 1777446 h 2176448"/>
              <a:gd name="connsiteX46" fmla="*/ 1607195 w 2359413"/>
              <a:gd name="connsiteY46" fmla="*/ 1828827 h 2176448"/>
              <a:gd name="connsiteX47" fmla="*/ 1555814 w 2359413"/>
              <a:gd name="connsiteY47" fmla="*/ 1880208 h 2176448"/>
              <a:gd name="connsiteX48" fmla="*/ 1504433 w 2359413"/>
              <a:gd name="connsiteY48" fmla="*/ 1828827 h 2176448"/>
              <a:gd name="connsiteX49" fmla="*/ 1555814 w 2359413"/>
              <a:gd name="connsiteY49" fmla="*/ 1777446 h 2176448"/>
              <a:gd name="connsiteX50" fmla="*/ 1179708 w 2359413"/>
              <a:gd name="connsiteY50" fmla="*/ 1777446 h 2176448"/>
              <a:gd name="connsiteX51" fmla="*/ 1231089 w 2359413"/>
              <a:gd name="connsiteY51" fmla="*/ 1828827 h 2176448"/>
              <a:gd name="connsiteX52" fmla="*/ 1179708 w 2359413"/>
              <a:gd name="connsiteY52" fmla="*/ 1880208 h 2176448"/>
              <a:gd name="connsiteX53" fmla="*/ 1128327 w 2359413"/>
              <a:gd name="connsiteY53" fmla="*/ 1828827 h 2176448"/>
              <a:gd name="connsiteX54" fmla="*/ 1179708 w 2359413"/>
              <a:gd name="connsiteY54" fmla="*/ 1777446 h 2176448"/>
              <a:gd name="connsiteX55" fmla="*/ 803599 w 2359413"/>
              <a:gd name="connsiteY55" fmla="*/ 1777446 h 2176448"/>
              <a:gd name="connsiteX56" fmla="*/ 854980 w 2359413"/>
              <a:gd name="connsiteY56" fmla="*/ 1828827 h 2176448"/>
              <a:gd name="connsiteX57" fmla="*/ 803599 w 2359413"/>
              <a:gd name="connsiteY57" fmla="*/ 1880208 h 2176448"/>
              <a:gd name="connsiteX58" fmla="*/ 752218 w 2359413"/>
              <a:gd name="connsiteY58" fmla="*/ 1828827 h 2176448"/>
              <a:gd name="connsiteX59" fmla="*/ 803599 w 2359413"/>
              <a:gd name="connsiteY59" fmla="*/ 1777446 h 2176448"/>
              <a:gd name="connsiteX60" fmla="*/ 427489 w 2359413"/>
              <a:gd name="connsiteY60" fmla="*/ 1777446 h 2176448"/>
              <a:gd name="connsiteX61" fmla="*/ 478870 w 2359413"/>
              <a:gd name="connsiteY61" fmla="*/ 1828827 h 2176448"/>
              <a:gd name="connsiteX62" fmla="*/ 427489 w 2359413"/>
              <a:gd name="connsiteY62" fmla="*/ 1880208 h 2176448"/>
              <a:gd name="connsiteX63" fmla="*/ 376108 w 2359413"/>
              <a:gd name="connsiteY63" fmla="*/ 1828827 h 2176448"/>
              <a:gd name="connsiteX64" fmla="*/ 427489 w 2359413"/>
              <a:gd name="connsiteY64" fmla="*/ 1777446 h 2176448"/>
              <a:gd name="connsiteX65" fmla="*/ 51381 w 2359413"/>
              <a:gd name="connsiteY65" fmla="*/ 1777446 h 2176448"/>
              <a:gd name="connsiteX66" fmla="*/ 102762 w 2359413"/>
              <a:gd name="connsiteY66" fmla="*/ 1828827 h 2176448"/>
              <a:gd name="connsiteX67" fmla="*/ 51381 w 2359413"/>
              <a:gd name="connsiteY67" fmla="*/ 1880208 h 2176448"/>
              <a:gd name="connsiteX68" fmla="*/ 0 w 2359413"/>
              <a:gd name="connsiteY68" fmla="*/ 1828827 h 2176448"/>
              <a:gd name="connsiteX69" fmla="*/ 51381 w 2359413"/>
              <a:gd name="connsiteY69" fmla="*/ 1777446 h 2176448"/>
              <a:gd name="connsiteX70" fmla="*/ 2308032 w 2359413"/>
              <a:gd name="connsiteY70" fmla="*/ 1481205 h 2176448"/>
              <a:gd name="connsiteX71" fmla="*/ 2359413 w 2359413"/>
              <a:gd name="connsiteY71" fmla="*/ 1532586 h 2176448"/>
              <a:gd name="connsiteX72" fmla="*/ 2308032 w 2359413"/>
              <a:gd name="connsiteY72" fmla="*/ 1583967 h 2176448"/>
              <a:gd name="connsiteX73" fmla="*/ 2256651 w 2359413"/>
              <a:gd name="connsiteY73" fmla="*/ 1532586 h 2176448"/>
              <a:gd name="connsiteX74" fmla="*/ 2308032 w 2359413"/>
              <a:gd name="connsiteY74" fmla="*/ 1481205 h 2176448"/>
              <a:gd name="connsiteX75" fmla="*/ 1931922 w 2359413"/>
              <a:gd name="connsiteY75" fmla="*/ 1481205 h 2176448"/>
              <a:gd name="connsiteX76" fmla="*/ 1983303 w 2359413"/>
              <a:gd name="connsiteY76" fmla="*/ 1532586 h 2176448"/>
              <a:gd name="connsiteX77" fmla="*/ 1931922 w 2359413"/>
              <a:gd name="connsiteY77" fmla="*/ 1583967 h 2176448"/>
              <a:gd name="connsiteX78" fmla="*/ 1880541 w 2359413"/>
              <a:gd name="connsiteY78" fmla="*/ 1532586 h 2176448"/>
              <a:gd name="connsiteX79" fmla="*/ 1931922 w 2359413"/>
              <a:gd name="connsiteY79" fmla="*/ 1481205 h 2176448"/>
              <a:gd name="connsiteX80" fmla="*/ 1555814 w 2359413"/>
              <a:gd name="connsiteY80" fmla="*/ 1481205 h 2176448"/>
              <a:gd name="connsiteX81" fmla="*/ 1607195 w 2359413"/>
              <a:gd name="connsiteY81" fmla="*/ 1532586 h 2176448"/>
              <a:gd name="connsiteX82" fmla="*/ 1555814 w 2359413"/>
              <a:gd name="connsiteY82" fmla="*/ 1583967 h 2176448"/>
              <a:gd name="connsiteX83" fmla="*/ 1504433 w 2359413"/>
              <a:gd name="connsiteY83" fmla="*/ 1532586 h 2176448"/>
              <a:gd name="connsiteX84" fmla="*/ 1555814 w 2359413"/>
              <a:gd name="connsiteY84" fmla="*/ 1481205 h 2176448"/>
              <a:gd name="connsiteX85" fmla="*/ 1179708 w 2359413"/>
              <a:gd name="connsiteY85" fmla="*/ 1481205 h 2176448"/>
              <a:gd name="connsiteX86" fmla="*/ 1231089 w 2359413"/>
              <a:gd name="connsiteY86" fmla="*/ 1532586 h 2176448"/>
              <a:gd name="connsiteX87" fmla="*/ 1179708 w 2359413"/>
              <a:gd name="connsiteY87" fmla="*/ 1583967 h 2176448"/>
              <a:gd name="connsiteX88" fmla="*/ 1128327 w 2359413"/>
              <a:gd name="connsiteY88" fmla="*/ 1532586 h 2176448"/>
              <a:gd name="connsiteX89" fmla="*/ 1179708 w 2359413"/>
              <a:gd name="connsiteY89" fmla="*/ 1481205 h 2176448"/>
              <a:gd name="connsiteX90" fmla="*/ 803599 w 2359413"/>
              <a:gd name="connsiteY90" fmla="*/ 1481205 h 2176448"/>
              <a:gd name="connsiteX91" fmla="*/ 854980 w 2359413"/>
              <a:gd name="connsiteY91" fmla="*/ 1532586 h 2176448"/>
              <a:gd name="connsiteX92" fmla="*/ 803599 w 2359413"/>
              <a:gd name="connsiteY92" fmla="*/ 1583967 h 2176448"/>
              <a:gd name="connsiteX93" fmla="*/ 752218 w 2359413"/>
              <a:gd name="connsiteY93" fmla="*/ 1532586 h 2176448"/>
              <a:gd name="connsiteX94" fmla="*/ 803599 w 2359413"/>
              <a:gd name="connsiteY94" fmla="*/ 1481205 h 2176448"/>
              <a:gd name="connsiteX95" fmla="*/ 427489 w 2359413"/>
              <a:gd name="connsiteY95" fmla="*/ 1481205 h 2176448"/>
              <a:gd name="connsiteX96" fmla="*/ 478870 w 2359413"/>
              <a:gd name="connsiteY96" fmla="*/ 1532586 h 2176448"/>
              <a:gd name="connsiteX97" fmla="*/ 427489 w 2359413"/>
              <a:gd name="connsiteY97" fmla="*/ 1583967 h 2176448"/>
              <a:gd name="connsiteX98" fmla="*/ 376108 w 2359413"/>
              <a:gd name="connsiteY98" fmla="*/ 1532586 h 2176448"/>
              <a:gd name="connsiteX99" fmla="*/ 427489 w 2359413"/>
              <a:gd name="connsiteY99" fmla="*/ 1481205 h 2176448"/>
              <a:gd name="connsiteX100" fmla="*/ 51381 w 2359413"/>
              <a:gd name="connsiteY100" fmla="*/ 1481205 h 2176448"/>
              <a:gd name="connsiteX101" fmla="*/ 102762 w 2359413"/>
              <a:gd name="connsiteY101" fmla="*/ 1532586 h 2176448"/>
              <a:gd name="connsiteX102" fmla="*/ 51381 w 2359413"/>
              <a:gd name="connsiteY102" fmla="*/ 1583967 h 2176448"/>
              <a:gd name="connsiteX103" fmla="*/ 0 w 2359413"/>
              <a:gd name="connsiteY103" fmla="*/ 1532586 h 2176448"/>
              <a:gd name="connsiteX104" fmla="*/ 51381 w 2359413"/>
              <a:gd name="connsiteY104" fmla="*/ 1481205 h 2176448"/>
              <a:gd name="connsiteX105" fmla="*/ 2308032 w 2359413"/>
              <a:gd name="connsiteY105" fmla="*/ 1184964 h 2176448"/>
              <a:gd name="connsiteX106" fmla="*/ 2359413 w 2359413"/>
              <a:gd name="connsiteY106" fmla="*/ 1236345 h 2176448"/>
              <a:gd name="connsiteX107" fmla="*/ 2308032 w 2359413"/>
              <a:gd name="connsiteY107" fmla="*/ 1287726 h 2176448"/>
              <a:gd name="connsiteX108" fmla="*/ 2256651 w 2359413"/>
              <a:gd name="connsiteY108" fmla="*/ 1236345 h 2176448"/>
              <a:gd name="connsiteX109" fmla="*/ 2308032 w 2359413"/>
              <a:gd name="connsiteY109" fmla="*/ 1184964 h 2176448"/>
              <a:gd name="connsiteX110" fmla="*/ 1931922 w 2359413"/>
              <a:gd name="connsiteY110" fmla="*/ 1184964 h 2176448"/>
              <a:gd name="connsiteX111" fmla="*/ 1983303 w 2359413"/>
              <a:gd name="connsiteY111" fmla="*/ 1236345 h 2176448"/>
              <a:gd name="connsiteX112" fmla="*/ 1931922 w 2359413"/>
              <a:gd name="connsiteY112" fmla="*/ 1287726 h 2176448"/>
              <a:gd name="connsiteX113" fmla="*/ 1880541 w 2359413"/>
              <a:gd name="connsiteY113" fmla="*/ 1236345 h 2176448"/>
              <a:gd name="connsiteX114" fmla="*/ 1931922 w 2359413"/>
              <a:gd name="connsiteY114" fmla="*/ 1184964 h 2176448"/>
              <a:gd name="connsiteX115" fmla="*/ 1555814 w 2359413"/>
              <a:gd name="connsiteY115" fmla="*/ 1184964 h 2176448"/>
              <a:gd name="connsiteX116" fmla="*/ 1607195 w 2359413"/>
              <a:gd name="connsiteY116" fmla="*/ 1236345 h 2176448"/>
              <a:gd name="connsiteX117" fmla="*/ 1555814 w 2359413"/>
              <a:gd name="connsiteY117" fmla="*/ 1287726 h 2176448"/>
              <a:gd name="connsiteX118" fmla="*/ 1504433 w 2359413"/>
              <a:gd name="connsiteY118" fmla="*/ 1236345 h 2176448"/>
              <a:gd name="connsiteX119" fmla="*/ 1555814 w 2359413"/>
              <a:gd name="connsiteY119" fmla="*/ 1184964 h 2176448"/>
              <a:gd name="connsiteX120" fmla="*/ 1179708 w 2359413"/>
              <a:gd name="connsiteY120" fmla="*/ 1184964 h 2176448"/>
              <a:gd name="connsiteX121" fmla="*/ 1231089 w 2359413"/>
              <a:gd name="connsiteY121" fmla="*/ 1236345 h 2176448"/>
              <a:gd name="connsiteX122" fmla="*/ 1179708 w 2359413"/>
              <a:gd name="connsiteY122" fmla="*/ 1287726 h 2176448"/>
              <a:gd name="connsiteX123" fmla="*/ 1128327 w 2359413"/>
              <a:gd name="connsiteY123" fmla="*/ 1236345 h 2176448"/>
              <a:gd name="connsiteX124" fmla="*/ 1179708 w 2359413"/>
              <a:gd name="connsiteY124" fmla="*/ 1184964 h 2176448"/>
              <a:gd name="connsiteX125" fmla="*/ 803599 w 2359413"/>
              <a:gd name="connsiteY125" fmla="*/ 1184964 h 2176448"/>
              <a:gd name="connsiteX126" fmla="*/ 854980 w 2359413"/>
              <a:gd name="connsiteY126" fmla="*/ 1236345 h 2176448"/>
              <a:gd name="connsiteX127" fmla="*/ 803599 w 2359413"/>
              <a:gd name="connsiteY127" fmla="*/ 1287726 h 2176448"/>
              <a:gd name="connsiteX128" fmla="*/ 752218 w 2359413"/>
              <a:gd name="connsiteY128" fmla="*/ 1236345 h 2176448"/>
              <a:gd name="connsiteX129" fmla="*/ 803599 w 2359413"/>
              <a:gd name="connsiteY129" fmla="*/ 1184964 h 2176448"/>
              <a:gd name="connsiteX130" fmla="*/ 427489 w 2359413"/>
              <a:gd name="connsiteY130" fmla="*/ 1184964 h 2176448"/>
              <a:gd name="connsiteX131" fmla="*/ 478870 w 2359413"/>
              <a:gd name="connsiteY131" fmla="*/ 1236345 h 2176448"/>
              <a:gd name="connsiteX132" fmla="*/ 427489 w 2359413"/>
              <a:gd name="connsiteY132" fmla="*/ 1287726 h 2176448"/>
              <a:gd name="connsiteX133" fmla="*/ 376108 w 2359413"/>
              <a:gd name="connsiteY133" fmla="*/ 1236345 h 2176448"/>
              <a:gd name="connsiteX134" fmla="*/ 427489 w 2359413"/>
              <a:gd name="connsiteY134" fmla="*/ 1184964 h 2176448"/>
              <a:gd name="connsiteX135" fmla="*/ 51381 w 2359413"/>
              <a:gd name="connsiteY135" fmla="*/ 1184964 h 2176448"/>
              <a:gd name="connsiteX136" fmla="*/ 102762 w 2359413"/>
              <a:gd name="connsiteY136" fmla="*/ 1236345 h 2176448"/>
              <a:gd name="connsiteX137" fmla="*/ 51381 w 2359413"/>
              <a:gd name="connsiteY137" fmla="*/ 1287726 h 2176448"/>
              <a:gd name="connsiteX138" fmla="*/ 0 w 2359413"/>
              <a:gd name="connsiteY138" fmla="*/ 1236345 h 2176448"/>
              <a:gd name="connsiteX139" fmla="*/ 51381 w 2359413"/>
              <a:gd name="connsiteY139" fmla="*/ 1184964 h 2176448"/>
              <a:gd name="connsiteX140" fmla="*/ 2308032 w 2359413"/>
              <a:gd name="connsiteY140" fmla="*/ 888722 h 2176448"/>
              <a:gd name="connsiteX141" fmla="*/ 2359413 w 2359413"/>
              <a:gd name="connsiteY141" fmla="*/ 940103 h 2176448"/>
              <a:gd name="connsiteX142" fmla="*/ 2308032 w 2359413"/>
              <a:gd name="connsiteY142" fmla="*/ 991484 h 2176448"/>
              <a:gd name="connsiteX143" fmla="*/ 2256651 w 2359413"/>
              <a:gd name="connsiteY143" fmla="*/ 940103 h 2176448"/>
              <a:gd name="connsiteX144" fmla="*/ 2308032 w 2359413"/>
              <a:gd name="connsiteY144" fmla="*/ 888722 h 2176448"/>
              <a:gd name="connsiteX145" fmla="*/ 1931922 w 2359413"/>
              <a:gd name="connsiteY145" fmla="*/ 888722 h 2176448"/>
              <a:gd name="connsiteX146" fmla="*/ 1983303 w 2359413"/>
              <a:gd name="connsiteY146" fmla="*/ 940103 h 2176448"/>
              <a:gd name="connsiteX147" fmla="*/ 1931922 w 2359413"/>
              <a:gd name="connsiteY147" fmla="*/ 991484 h 2176448"/>
              <a:gd name="connsiteX148" fmla="*/ 1880541 w 2359413"/>
              <a:gd name="connsiteY148" fmla="*/ 940103 h 2176448"/>
              <a:gd name="connsiteX149" fmla="*/ 1931922 w 2359413"/>
              <a:gd name="connsiteY149" fmla="*/ 888722 h 2176448"/>
              <a:gd name="connsiteX150" fmla="*/ 1555814 w 2359413"/>
              <a:gd name="connsiteY150" fmla="*/ 888722 h 2176448"/>
              <a:gd name="connsiteX151" fmla="*/ 1607195 w 2359413"/>
              <a:gd name="connsiteY151" fmla="*/ 940103 h 2176448"/>
              <a:gd name="connsiteX152" fmla="*/ 1555814 w 2359413"/>
              <a:gd name="connsiteY152" fmla="*/ 991484 h 2176448"/>
              <a:gd name="connsiteX153" fmla="*/ 1504433 w 2359413"/>
              <a:gd name="connsiteY153" fmla="*/ 940103 h 2176448"/>
              <a:gd name="connsiteX154" fmla="*/ 1555814 w 2359413"/>
              <a:gd name="connsiteY154" fmla="*/ 888722 h 2176448"/>
              <a:gd name="connsiteX155" fmla="*/ 1179708 w 2359413"/>
              <a:gd name="connsiteY155" fmla="*/ 888722 h 2176448"/>
              <a:gd name="connsiteX156" fmla="*/ 1231089 w 2359413"/>
              <a:gd name="connsiteY156" fmla="*/ 940103 h 2176448"/>
              <a:gd name="connsiteX157" fmla="*/ 1179708 w 2359413"/>
              <a:gd name="connsiteY157" fmla="*/ 991484 h 2176448"/>
              <a:gd name="connsiteX158" fmla="*/ 1128327 w 2359413"/>
              <a:gd name="connsiteY158" fmla="*/ 940103 h 2176448"/>
              <a:gd name="connsiteX159" fmla="*/ 1179708 w 2359413"/>
              <a:gd name="connsiteY159" fmla="*/ 888722 h 2176448"/>
              <a:gd name="connsiteX160" fmla="*/ 803599 w 2359413"/>
              <a:gd name="connsiteY160" fmla="*/ 888722 h 2176448"/>
              <a:gd name="connsiteX161" fmla="*/ 854980 w 2359413"/>
              <a:gd name="connsiteY161" fmla="*/ 940103 h 2176448"/>
              <a:gd name="connsiteX162" fmla="*/ 803599 w 2359413"/>
              <a:gd name="connsiteY162" fmla="*/ 991484 h 2176448"/>
              <a:gd name="connsiteX163" fmla="*/ 752218 w 2359413"/>
              <a:gd name="connsiteY163" fmla="*/ 940103 h 2176448"/>
              <a:gd name="connsiteX164" fmla="*/ 803599 w 2359413"/>
              <a:gd name="connsiteY164" fmla="*/ 888722 h 2176448"/>
              <a:gd name="connsiteX165" fmla="*/ 427489 w 2359413"/>
              <a:gd name="connsiteY165" fmla="*/ 888722 h 2176448"/>
              <a:gd name="connsiteX166" fmla="*/ 478870 w 2359413"/>
              <a:gd name="connsiteY166" fmla="*/ 940103 h 2176448"/>
              <a:gd name="connsiteX167" fmla="*/ 427489 w 2359413"/>
              <a:gd name="connsiteY167" fmla="*/ 991484 h 2176448"/>
              <a:gd name="connsiteX168" fmla="*/ 376108 w 2359413"/>
              <a:gd name="connsiteY168" fmla="*/ 940103 h 2176448"/>
              <a:gd name="connsiteX169" fmla="*/ 427489 w 2359413"/>
              <a:gd name="connsiteY169" fmla="*/ 888722 h 2176448"/>
              <a:gd name="connsiteX170" fmla="*/ 51381 w 2359413"/>
              <a:gd name="connsiteY170" fmla="*/ 888722 h 2176448"/>
              <a:gd name="connsiteX171" fmla="*/ 102762 w 2359413"/>
              <a:gd name="connsiteY171" fmla="*/ 940103 h 2176448"/>
              <a:gd name="connsiteX172" fmla="*/ 51381 w 2359413"/>
              <a:gd name="connsiteY172" fmla="*/ 991484 h 2176448"/>
              <a:gd name="connsiteX173" fmla="*/ 0 w 2359413"/>
              <a:gd name="connsiteY173" fmla="*/ 940103 h 2176448"/>
              <a:gd name="connsiteX174" fmla="*/ 51381 w 2359413"/>
              <a:gd name="connsiteY174" fmla="*/ 888722 h 2176448"/>
              <a:gd name="connsiteX175" fmla="*/ 2308032 w 2359413"/>
              <a:gd name="connsiteY175" fmla="*/ 592481 h 2176448"/>
              <a:gd name="connsiteX176" fmla="*/ 2359413 w 2359413"/>
              <a:gd name="connsiteY176" fmla="*/ 643862 h 2176448"/>
              <a:gd name="connsiteX177" fmla="*/ 2308032 w 2359413"/>
              <a:gd name="connsiteY177" fmla="*/ 695243 h 2176448"/>
              <a:gd name="connsiteX178" fmla="*/ 2256651 w 2359413"/>
              <a:gd name="connsiteY178" fmla="*/ 643862 h 2176448"/>
              <a:gd name="connsiteX179" fmla="*/ 2308032 w 2359413"/>
              <a:gd name="connsiteY179" fmla="*/ 592481 h 2176448"/>
              <a:gd name="connsiteX180" fmla="*/ 1931922 w 2359413"/>
              <a:gd name="connsiteY180" fmla="*/ 592481 h 2176448"/>
              <a:gd name="connsiteX181" fmla="*/ 1983303 w 2359413"/>
              <a:gd name="connsiteY181" fmla="*/ 643862 h 2176448"/>
              <a:gd name="connsiteX182" fmla="*/ 1931922 w 2359413"/>
              <a:gd name="connsiteY182" fmla="*/ 695243 h 2176448"/>
              <a:gd name="connsiteX183" fmla="*/ 1880541 w 2359413"/>
              <a:gd name="connsiteY183" fmla="*/ 643862 h 2176448"/>
              <a:gd name="connsiteX184" fmla="*/ 1931922 w 2359413"/>
              <a:gd name="connsiteY184" fmla="*/ 592481 h 2176448"/>
              <a:gd name="connsiteX185" fmla="*/ 1555814 w 2359413"/>
              <a:gd name="connsiteY185" fmla="*/ 592481 h 2176448"/>
              <a:gd name="connsiteX186" fmla="*/ 1607195 w 2359413"/>
              <a:gd name="connsiteY186" fmla="*/ 643862 h 2176448"/>
              <a:gd name="connsiteX187" fmla="*/ 1555814 w 2359413"/>
              <a:gd name="connsiteY187" fmla="*/ 695243 h 2176448"/>
              <a:gd name="connsiteX188" fmla="*/ 1504433 w 2359413"/>
              <a:gd name="connsiteY188" fmla="*/ 643862 h 2176448"/>
              <a:gd name="connsiteX189" fmla="*/ 1555814 w 2359413"/>
              <a:gd name="connsiteY189" fmla="*/ 592481 h 2176448"/>
              <a:gd name="connsiteX190" fmla="*/ 1179708 w 2359413"/>
              <a:gd name="connsiteY190" fmla="*/ 592481 h 2176448"/>
              <a:gd name="connsiteX191" fmla="*/ 1231089 w 2359413"/>
              <a:gd name="connsiteY191" fmla="*/ 643862 h 2176448"/>
              <a:gd name="connsiteX192" fmla="*/ 1179708 w 2359413"/>
              <a:gd name="connsiteY192" fmla="*/ 695243 h 2176448"/>
              <a:gd name="connsiteX193" fmla="*/ 1128327 w 2359413"/>
              <a:gd name="connsiteY193" fmla="*/ 643862 h 2176448"/>
              <a:gd name="connsiteX194" fmla="*/ 1179708 w 2359413"/>
              <a:gd name="connsiteY194" fmla="*/ 592481 h 2176448"/>
              <a:gd name="connsiteX195" fmla="*/ 803599 w 2359413"/>
              <a:gd name="connsiteY195" fmla="*/ 592481 h 2176448"/>
              <a:gd name="connsiteX196" fmla="*/ 854980 w 2359413"/>
              <a:gd name="connsiteY196" fmla="*/ 643862 h 2176448"/>
              <a:gd name="connsiteX197" fmla="*/ 803599 w 2359413"/>
              <a:gd name="connsiteY197" fmla="*/ 695243 h 2176448"/>
              <a:gd name="connsiteX198" fmla="*/ 752218 w 2359413"/>
              <a:gd name="connsiteY198" fmla="*/ 643862 h 2176448"/>
              <a:gd name="connsiteX199" fmla="*/ 803599 w 2359413"/>
              <a:gd name="connsiteY199" fmla="*/ 592481 h 2176448"/>
              <a:gd name="connsiteX200" fmla="*/ 427489 w 2359413"/>
              <a:gd name="connsiteY200" fmla="*/ 592481 h 2176448"/>
              <a:gd name="connsiteX201" fmla="*/ 478870 w 2359413"/>
              <a:gd name="connsiteY201" fmla="*/ 643862 h 2176448"/>
              <a:gd name="connsiteX202" fmla="*/ 427489 w 2359413"/>
              <a:gd name="connsiteY202" fmla="*/ 695243 h 2176448"/>
              <a:gd name="connsiteX203" fmla="*/ 376108 w 2359413"/>
              <a:gd name="connsiteY203" fmla="*/ 643862 h 2176448"/>
              <a:gd name="connsiteX204" fmla="*/ 427489 w 2359413"/>
              <a:gd name="connsiteY204" fmla="*/ 592481 h 2176448"/>
              <a:gd name="connsiteX205" fmla="*/ 51381 w 2359413"/>
              <a:gd name="connsiteY205" fmla="*/ 592481 h 2176448"/>
              <a:gd name="connsiteX206" fmla="*/ 102762 w 2359413"/>
              <a:gd name="connsiteY206" fmla="*/ 643862 h 2176448"/>
              <a:gd name="connsiteX207" fmla="*/ 51381 w 2359413"/>
              <a:gd name="connsiteY207" fmla="*/ 695243 h 2176448"/>
              <a:gd name="connsiteX208" fmla="*/ 0 w 2359413"/>
              <a:gd name="connsiteY208" fmla="*/ 643862 h 2176448"/>
              <a:gd name="connsiteX209" fmla="*/ 51381 w 2359413"/>
              <a:gd name="connsiteY209" fmla="*/ 592481 h 2176448"/>
              <a:gd name="connsiteX210" fmla="*/ 2308032 w 2359413"/>
              <a:gd name="connsiteY210" fmla="*/ 296241 h 2176448"/>
              <a:gd name="connsiteX211" fmla="*/ 2359413 w 2359413"/>
              <a:gd name="connsiteY211" fmla="*/ 347622 h 2176448"/>
              <a:gd name="connsiteX212" fmla="*/ 2308032 w 2359413"/>
              <a:gd name="connsiteY212" fmla="*/ 399003 h 2176448"/>
              <a:gd name="connsiteX213" fmla="*/ 2256651 w 2359413"/>
              <a:gd name="connsiteY213" fmla="*/ 347622 h 2176448"/>
              <a:gd name="connsiteX214" fmla="*/ 2308032 w 2359413"/>
              <a:gd name="connsiteY214" fmla="*/ 296241 h 2176448"/>
              <a:gd name="connsiteX215" fmla="*/ 1931922 w 2359413"/>
              <a:gd name="connsiteY215" fmla="*/ 296241 h 2176448"/>
              <a:gd name="connsiteX216" fmla="*/ 1983303 w 2359413"/>
              <a:gd name="connsiteY216" fmla="*/ 347622 h 2176448"/>
              <a:gd name="connsiteX217" fmla="*/ 1931922 w 2359413"/>
              <a:gd name="connsiteY217" fmla="*/ 399003 h 2176448"/>
              <a:gd name="connsiteX218" fmla="*/ 1880541 w 2359413"/>
              <a:gd name="connsiteY218" fmla="*/ 347622 h 2176448"/>
              <a:gd name="connsiteX219" fmla="*/ 1931922 w 2359413"/>
              <a:gd name="connsiteY219" fmla="*/ 296241 h 2176448"/>
              <a:gd name="connsiteX220" fmla="*/ 1555814 w 2359413"/>
              <a:gd name="connsiteY220" fmla="*/ 296241 h 2176448"/>
              <a:gd name="connsiteX221" fmla="*/ 1607195 w 2359413"/>
              <a:gd name="connsiteY221" fmla="*/ 347622 h 2176448"/>
              <a:gd name="connsiteX222" fmla="*/ 1555814 w 2359413"/>
              <a:gd name="connsiteY222" fmla="*/ 399003 h 2176448"/>
              <a:gd name="connsiteX223" fmla="*/ 1504433 w 2359413"/>
              <a:gd name="connsiteY223" fmla="*/ 347622 h 2176448"/>
              <a:gd name="connsiteX224" fmla="*/ 1555814 w 2359413"/>
              <a:gd name="connsiteY224" fmla="*/ 296241 h 2176448"/>
              <a:gd name="connsiteX225" fmla="*/ 1179708 w 2359413"/>
              <a:gd name="connsiteY225" fmla="*/ 296241 h 2176448"/>
              <a:gd name="connsiteX226" fmla="*/ 1231089 w 2359413"/>
              <a:gd name="connsiteY226" fmla="*/ 347622 h 2176448"/>
              <a:gd name="connsiteX227" fmla="*/ 1179708 w 2359413"/>
              <a:gd name="connsiteY227" fmla="*/ 399003 h 2176448"/>
              <a:gd name="connsiteX228" fmla="*/ 1128327 w 2359413"/>
              <a:gd name="connsiteY228" fmla="*/ 347622 h 2176448"/>
              <a:gd name="connsiteX229" fmla="*/ 1179708 w 2359413"/>
              <a:gd name="connsiteY229" fmla="*/ 296241 h 2176448"/>
              <a:gd name="connsiteX230" fmla="*/ 803599 w 2359413"/>
              <a:gd name="connsiteY230" fmla="*/ 296241 h 2176448"/>
              <a:gd name="connsiteX231" fmla="*/ 854980 w 2359413"/>
              <a:gd name="connsiteY231" fmla="*/ 347622 h 2176448"/>
              <a:gd name="connsiteX232" fmla="*/ 803599 w 2359413"/>
              <a:gd name="connsiteY232" fmla="*/ 399003 h 2176448"/>
              <a:gd name="connsiteX233" fmla="*/ 752218 w 2359413"/>
              <a:gd name="connsiteY233" fmla="*/ 347622 h 2176448"/>
              <a:gd name="connsiteX234" fmla="*/ 803599 w 2359413"/>
              <a:gd name="connsiteY234" fmla="*/ 296241 h 2176448"/>
              <a:gd name="connsiteX235" fmla="*/ 427489 w 2359413"/>
              <a:gd name="connsiteY235" fmla="*/ 296241 h 2176448"/>
              <a:gd name="connsiteX236" fmla="*/ 478870 w 2359413"/>
              <a:gd name="connsiteY236" fmla="*/ 347622 h 2176448"/>
              <a:gd name="connsiteX237" fmla="*/ 427489 w 2359413"/>
              <a:gd name="connsiteY237" fmla="*/ 399003 h 2176448"/>
              <a:gd name="connsiteX238" fmla="*/ 376108 w 2359413"/>
              <a:gd name="connsiteY238" fmla="*/ 347622 h 2176448"/>
              <a:gd name="connsiteX239" fmla="*/ 427489 w 2359413"/>
              <a:gd name="connsiteY239" fmla="*/ 296241 h 2176448"/>
              <a:gd name="connsiteX240" fmla="*/ 51381 w 2359413"/>
              <a:gd name="connsiteY240" fmla="*/ 296241 h 2176448"/>
              <a:gd name="connsiteX241" fmla="*/ 102762 w 2359413"/>
              <a:gd name="connsiteY241" fmla="*/ 347622 h 2176448"/>
              <a:gd name="connsiteX242" fmla="*/ 51381 w 2359413"/>
              <a:gd name="connsiteY242" fmla="*/ 399003 h 2176448"/>
              <a:gd name="connsiteX243" fmla="*/ 0 w 2359413"/>
              <a:gd name="connsiteY243" fmla="*/ 347622 h 2176448"/>
              <a:gd name="connsiteX244" fmla="*/ 51381 w 2359413"/>
              <a:gd name="connsiteY244" fmla="*/ 296241 h 2176448"/>
              <a:gd name="connsiteX245" fmla="*/ 2308032 w 2359413"/>
              <a:gd name="connsiteY245" fmla="*/ 0 h 2176448"/>
              <a:gd name="connsiteX246" fmla="*/ 2359413 w 2359413"/>
              <a:gd name="connsiteY246" fmla="*/ 51381 h 2176448"/>
              <a:gd name="connsiteX247" fmla="*/ 2308032 w 2359413"/>
              <a:gd name="connsiteY247" fmla="*/ 102762 h 2176448"/>
              <a:gd name="connsiteX248" fmla="*/ 2256651 w 2359413"/>
              <a:gd name="connsiteY248" fmla="*/ 51381 h 2176448"/>
              <a:gd name="connsiteX249" fmla="*/ 2308032 w 2359413"/>
              <a:gd name="connsiteY249" fmla="*/ 0 h 2176448"/>
              <a:gd name="connsiteX250" fmla="*/ 1931922 w 2359413"/>
              <a:gd name="connsiteY250" fmla="*/ 0 h 2176448"/>
              <a:gd name="connsiteX251" fmla="*/ 1983303 w 2359413"/>
              <a:gd name="connsiteY251" fmla="*/ 51381 h 2176448"/>
              <a:gd name="connsiteX252" fmla="*/ 1931922 w 2359413"/>
              <a:gd name="connsiteY252" fmla="*/ 102762 h 2176448"/>
              <a:gd name="connsiteX253" fmla="*/ 1880541 w 2359413"/>
              <a:gd name="connsiteY253" fmla="*/ 51381 h 2176448"/>
              <a:gd name="connsiteX254" fmla="*/ 1931922 w 2359413"/>
              <a:gd name="connsiteY254" fmla="*/ 0 h 2176448"/>
              <a:gd name="connsiteX255" fmla="*/ 1555814 w 2359413"/>
              <a:gd name="connsiteY255" fmla="*/ 0 h 2176448"/>
              <a:gd name="connsiteX256" fmla="*/ 1607195 w 2359413"/>
              <a:gd name="connsiteY256" fmla="*/ 51381 h 2176448"/>
              <a:gd name="connsiteX257" fmla="*/ 1555814 w 2359413"/>
              <a:gd name="connsiteY257" fmla="*/ 102762 h 2176448"/>
              <a:gd name="connsiteX258" fmla="*/ 1504433 w 2359413"/>
              <a:gd name="connsiteY258" fmla="*/ 51381 h 2176448"/>
              <a:gd name="connsiteX259" fmla="*/ 1555814 w 2359413"/>
              <a:gd name="connsiteY259" fmla="*/ 0 h 2176448"/>
              <a:gd name="connsiteX260" fmla="*/ 1179708 w 2359413"/>
              <a:gd name="connsiteY260" fmla="*/ 0 h 2176448"/>
              <a:gd name="connsiteX261" fmla="*/ 1231089 w 2359413"/>
              <a:gd name="connsiteY261" fmla="*/ 51381 h 2176448"/>
              <a:gd name="connsiteX262" fmla="*/ 1179708 w 2359413"/>
              <a:gd name="connsiteY262" fmla="*/ 102762 h 2176448"/>
              <a:gd name="connsiteX263" fmla="*/ 1128327 w 2359413"/>
              <a:gd name="connsiteY263" fmla="*/ 51381 h 2176448"/>
              <a:gd name="connsiteX264" fmla="*/ 1179708 w 2359413"/>
              <a:gd name="connsiteY264" fmla="*/ 0 h 2176448"/>
              <a:gd name="connsiteX265" fmla="*/ 803599 w 2359413"/>
              <a:gd name="connsiteY265" fmla="*/ 0 h 2176448"/>
              <a:gd name="connsiteX266" fmla="*/ 854980 w 2359413"/>
              <a:gd name="connsiteY266" fmla="*/ 51381 h 2176448"/>
              <a:gd name="connsiteX267" fmla="*/ 803599 w 2359413"/>
              <a:gd name="connsiteY267" fmla="*/ 102762 h 2176448"/>
              <a:gd name="connsiteX268" fmla="*/ 752218 w 2359413"/>
              <a:gd name="connsiteY268" fmla="*/ 51381 h 2176448"/>
              <a:gd name="connsiteX269" fmla="*/ 803599 w 2359413"/>
              <a:gd name="connsiteY269" fmla="*/ 0 h 2176448"/>
              <a:gd name="connsiteX270" fmla="*/ 427489 w 2359413"/>
              <a:gd name="connsiteY270" fmla="*/ 0 h 2176448"/>
              <a:gd name="connsiteX271" fmla="*/ 478870 w 2359413"/>
              <a:gd name="connsiteY271" fmla="*/ 51381 h 2176448"/>
              <a:gd name="connsiteX272" fmla="*/ 427489 w 2359413"/>
              <a:gd name="connsiteY272" fmla="*/ 102762 h 2176448"/>
              <a:gd name="connsiteX273" fmla="*/ 376108 w 2359413"/>
              <a:gd name="connsiteY273" fmla="*/ 51381 h 2176448"/>
              <a:gd name="connsiteX274" fmla="*/ 427489 w 2359413"/>
              <a:gd name="connsiteY274" fmla="*/ 0 h 2176448"/>
              <a:gd name="connsiteX275" fmla="*/ 51381 w 2359413"/>
              <a:gd name="connsiteY275" fmla="*/ 0 h 2176448"/>
              <a:gd name="connsiteX276" fmla="*/ 102762 w 2359413"/>
              <a:gd name="connsiteY276" fmla="*/ 51381 h 2176448"/>
              <a:gd name="connsiteX277" fmla="*/ 51381 w 2359413"/>
              <a:gd name="connsiteY277" fmla="*/ 102762 h 2176448"/>
              <a:gd name="connsiteX278" fmla="*/ 0 w 2359413"/>
              <a:gd name="connsiteY278" fmla="*/ 51381 h 2176448"/>
              <a:gd name="connsiteX279" fmla="*/ 51381 w 2359413"/>
              <a:gd name="connsiteY279" fmla="*/ 0 h 2176448"/>
            </a:gdLst>
            <a:ahLst/>
            <a:cxnLst/>
            <a:rect l="l" t="t" r="r" b="b"/>
            <a:pathLst>
              <a:path w="2359413" h="2176448">
                <a:moveTo>
                  <a:pt x="2308032" y="2073686"/>
                </a:moveTo>
                <a:cubicBezTo>
                  <a:pt x="2336409" y="2073686"/>
                  <a:pt x="2359413" y="2096690"/>
                  <a:pt x="2359413" y="2125067"/>
                </a:cubicBezTo>
                <a:cubicBezTo>
                  <a:pt x="2359413" y="2153444"/>
                  <a:pt x="2336409" y="2176448"/>
                  <a:pt x="2308032" y="2176448"/>
                </a:cubicBezTo>
                <a:cubicBezTo>
                  <a:pt x="2279655" y="2176448"/>
                  <a:pt x="2256651" y="2153444"/>
                  <a:pt x="2256651" y="2125067"/>
                </a:cubicBezTo>
                <a:cubicBezTo>
                  <a:pt x="2256651" y="2096690"/>
                  <a:pt x="2279655" y="2073686"/>
                  <a:pt x="2308032" y="2073686"/>
                </a:cubicBezTo>
                <a:close/>
                <a:moveTo>
                  <a:pt x="1931922" y="2073686"/>
                </a:moveTo>
                <a:cubicBezTo>
                  <a:pt x="1960299" y="2073686"/>
                  <a:pt x="1983303" y="2096690"/>
                  <a:pt x="1983303" y="2125067"/>
                </a:cubicBezTo>
                <a:cubicBezTo>
                  <a:pt x="1983303" y="2153444"/>
                  <a:pt x="1960299" y="2176448"/>
                  <a:pt x="1931922" y="2176448"/>
                </a:cubicBezTo>
                <a:cubicBezTo>
                  <a:pt x="1903545" y="2176448"/>
                  <a:pt x="1880541" y="2153444"/>
                  <a:pt x="1880541" y="2125067"/>
                </a:cubicBezTo>
                <a:cubicBezTo>
                  <a:pt x="1880541" y="2096690"/>
                  <a:pt x="1903545" y="2073686"/>
                  <a:pt x="1931922" y="2073686"/>
                </a:cubicBezTo>
                <a:close/>
                <a:moveTo>
                  <a:pt x="1555814" y="2073686"/>
                </a:moveTo>
                <a:cubicBezTo>
                  <a:pt x="1584191" y="2073686"/>
                  <a:pt x="1607195" y="2096690"/>
                  <a:pt x="1607195" y="2125067"/>
                </a:cubicBezTo>
                <a:cubicBezTo>
                  <a:pt x="1607195" y="2153444"/>
                  <a:pt x="1584191" y="2176448"/>
                  <a:pt x="1555814" y="2176448"/>
                </a:cubicBezTo>
                <a:cubicBezTo>
                  <a:pt x="1527437" y="2176448"/>
                  <a:pt x="1504433" y="2153444"/>
                  <a:pt x="1504433" y="2125067"/>
                </a:cubicBezTo>
                <a:cubicBezTo>
                  <a:pt x="1504433" y="2096690"/>
                  <a:pt x="1527437" y="2073686"/>
                  <a:pt x="1555814" y="2073686"/>
                </a:cubicBezTo>
                <a:close/>
                <a:moveTo>
                  <a:pt x="1179708" y="2073686"/>
                </a:moveTo>
                <a:cubicBezTo>
                  <a:pt x="1208085" y="2073686"/>
                  <a:pt x="1231089" y="2096690"/>
                  <a:pt x="1231089" y="2125067"/>
                </a:cubicBezTo>
                <a:cubicBezTo>
                  <a:pt x="1231089" y="2153444"/>
                  <a:pt x="1208085" y="2176448"/>
                  <a:pt x="1179708" y="2176448"/>
                </a:cubicBezTo>
                <a:cubicBezTo>
                  <a:pt x="1151331" y="2176448"/>
                  <a:pt x="1128327" y="2153444"/>
                  <a:pt x="1128327" y="2125067"/>
                </a:cubicBezTo>
                <a:cubicBezTo>
                  <a:pt x="1128327" y="2096690"/>
                  <a:pt x="1151331" y="2073686"/>
                  <a:pt x="1179708" y="2073686"/>
                </a:cubicBezTo>
                <a:close/>
                <a:moveTo>
                  <a:pt x="803599" y="2073686"/>
                </a:moveTo>
                <a:cubicBezTo>
                  <a:pt x="831976" y="2073686"/>
                  <a:pt x="854980" y="2096690"/>
                  <a:pt x="854980" y="2125067"/>
                </a:cubicBezTo>
                <a:cubicBezTo>
                  <a:pt x="854980" y="2153444"/>
                  <a:pt x="831976" y="2176448"/>
                  <a:pt x="803599" y="2176448"/>
                </a:cubicBezTo>
                <a:cubicBezTo>
                  <a:pt x="775222" y="2176448"/>
                  <a:pt x="752218" y="2153444"/>
                  <a:pt x="752218" y="2125067"/>
                </a:cubicBezTo>
                <a:cubicBezTo>
                  <a:pt x="752218" y="2096690"/>
                  <a:pt x="775222" y="2073686"/>
                  <a:pt x="803599" y="2073686"/>
                </a:cubicBezTo>
                <a:close/>
                <a:moveTo>
                  <a:pt x="427489" y="2073686"/>
                </a:moveTo>
                <a:cubicBezTo>
                  <a:pt x="455866" y="2073686"/>
                  <a:pt x="478870" y="2096690"/>
                  <a:pt x="478870" y="2125067"/>
                </a:cubicBezTo>
                <a:cubicBezTo>
                  <a:pt x="478870" y="2153444"/>
                  <a:pt x="455866" y="2176448"/>
                  <a:pt x="427489" y="2176448"/>
                </a:cubicBezTo>
                <a:cubicBezTo>
                  <a:pt x="399112" y="2176448"/>
                  <a:pt x="376108" y="2153444"/>
                  <a:pt x="376108" y="2125067"/>
                </a:cubicBezTo>
                <a:cubicBezTo>
                  <a:pt x="376108" y="2096690"/>
                  <a:pt x="399112" y="2073686"/>
                  <a:pt x="427489" y="2073686"/>
                </a:cubicBezTo>
                <a:close/>
                <a:moveTo>
                  <a:pt x="51381" y="2073686"/>
                </a:moveTo>
                <a:cubicBezTo>
                  <a:pt x="79758" y="2073686"/>
                  <a:pt x="102762" y="2096690"/>
                  <a:pt x="102762" y="2125067"/>
                </a:cubicBezTo>
                <a:cubicBezTo>
                  <a:pt x="102762" y="2153444"/>
                  <a:pt x="79758" y="2176448"/>
                  <a:pt x="51381" y="2176448"/>
                </a:cubicBezTo>
                <a:cubicBezTo>
                  <a:pt x="23004" y="2176448"/>
                  <a:pt x="0" y="2153444"/>
                  <a:pt x="0" y="2125067"/>
                </a:cubicBezTo>
                <a:cubicBezTo>
                  <a:pt x="0" y="2096690"/>
                  <a:pt x="23004" y="2073686"/>
                  <a:pt x="51381" y="2073686"/>
                </a:cubicBezTo>
                <a:close/>
                <a:moveTo>
                  <a:pt x="2308032" y="1777446"/>
                </a:moveTo>
                <a:cubicBezTo>
                  <a:pt x="2336409" y="1777446"/>
                  <a:pt x="2359413" y="1800450"/>
                  <a:pt x="2359413" y="1828827"/>
                </a:cubicBezTo>
                <a:cubicBezTo>
                  <a:pt x="2359413" y="1857204"/>
                  <a:pt x="2336409" y="1880208"/>
                  <a:pt x="2308032" y="1880208"/>
                </a:cubicBezTo>
                <a:cubicBezTo>
                  <a:pt x="2279655" y="1880208"/>
                  <a:pt x="2256651" y="1857204"/>
                  <a:pt x="2256651" y="1828827"/>
                </a:cubicBezTo>
                <a:cubicBezTo>
                  <a:pt x="2256651" y="1800450"/>
                  <a:pt x="2279655" y="1777446"/>
                  <a:pt x="2308032" y="1777446"/>
                </a:cubicBezTo>
                <a:close/>
                <a:moveTo>
                  <a:pt x="1931922" y="1777446"/>
                </a:moveTo>
                <a:cubicBezTo>
                  <a:pt x="1960299" y="1777446"/>
                  <a:pt x="1983303" y="1800450"/>
                  <a:pt x="1983303" y="1828827"/>
                </a:cubicBezTo>
                <a:cubicBezTo>
                  <a:pt x="1983303" y="1857204"/>
                  <a:pt x="1960299" y="1880208"/>
                  <a:pt x="1931922" y="1880208"/>
                </a:cubicBezTo>
                <a:cubicBezTo>
                  <a:pt x="1903545" y="1880208"/>
                  <a:pt x="1880541" y="1857204"/>
                  <a:pt x="1880541" y="1828827"/>
                </a:cubicBezTo>
                <a:cubicBezTo>
                  <a:pt x="1880541" y="1800450"/>
                  <a:pt x="1903545" y="1777446"/>
                  <a:pt x="1931922" y="1777446"/>
                </a:cubicBezTo>
                <a:close/>
                <a:moveTo>
                  <a:pt x="1555814" y="1777446"/>
                </a:moveTo>
                <a:cubicBezTo>
                  <a:pt x="1584191" y="1777446"/>
                  <a:pt x="1607195" y="1800450"/>
                  <a:pt x="1607195" y="1828827"/>
                </a:cubicBezTo>
                <a:cubicBezTo>
                  <a:pt x="1607195" y="1857204"/>
                  <a:pt x="1584191" y="1880208"/>
                  <a:pt x="1555814" y="1880208"/>
                </a:cubicBezTo>
                <a:cubicBezTo>
                  <a:pt x="1527437" y="1880208"/>
                  <a:pt x="1504433" y="1857204"/>
                  <a:pt x="1504433" y="1828827"/>
                </a:cubicBezTo>
                <a:cubicBezTo>
                  <a:pt x="1504433" y="1800450"/>
                  <a:pt x="1527437" y="1777446"/>
                  <a:pt x="1555814" y="1777446"/>
                </a:cubicBezTo>
                <a:close/>
                <a:moveTo>
                  <a:pt x="1179708" y="1777446"/>
                </a:moveTo>
                <a:cubicBezTo>
                  <a:pt x="1208085" y="1777446"/>
                  <a:pt x="1231089" y="1800450"/>
                  <a:pt x="1231089" y="1828827"/>
                </a:cubicBezTo>
                <a:cubicBezTo>
                  <a:pt x="1231089" y="1857204"/>
                  <a:pt x="1208085" y="1880208"/>
                  <a:pt x="1179708" y="1880208"/>
                </a:cubicBezTo>
                <a:cubicBezTo>
                  <a:pt x="1151331" y="1880208"/>
                  <a:pt x="1128327" y="1857204"/>
                  <a:pt x="1128327" y="1828827"/>
                </a:cubicBezTo>
                <a:cubicBezTo>
                  <a:pt x="1128327" y="1800450"/>
                  <a:pt x="1151331" y="1777446"/>
                  <a:pt x="1179708" y="1777446"/>
                </a:cubicBezTo>
                <a:close/>
                <a:moveTo>
                  <a:pt x="803599" y="1777446"/>
                </a:moveTo>
                <a:cubicBezTo>
                  <a:pt x="831976" y="1777446"/>
                  <a:pt x="854980" y="1800450"/>
                  <a:pt x="854980" y="1828827"/>
                </a:cubicBezTo>
                <a:cubicBezTo>
                  <a:pt x="854980" y="1857204"/>
                  <a:pt x="831976" y="1880208"/>
                  <a:pt x="803599" y="1880208"/>
                </a:cubicBezTo>
                <a:cubicBezTo>
                  <a:pt x="775222" y="1880208"/>
                  <a:pt x="752218" y="1857204"/>
                  <a:pt x="752218" y="1828827"/>
                </a:cubicBezTo>
                <a:cubicBezTo>
                  <a:pt x="752218" y="1800450"/>
                  <a:pt x="775222" y="1777446"/>
                  <a:pt x="803599" y="1777446"/>
                </a:cubicBezTo>
                <a:close/>
                <a:moveTo>
                  <a:pt x="427489" y="1777446"/>
                </a:moveTo>
                <a:cubicBezTo>
                  <a:pt x="455866" y="1777446"/>
                  <a:pt x="478870" y="1800450"/>
                  <a:pt x="478870" y="1828827"/>
                </a:cubicBezTo>
                <a:cubicBezTo>
                  <a:pt x="478870" y="1857204"/>
                  <a:pt x="455866" y="1880208"/>
                  <a:pt x="427489" y="1880208"/>
                </a:cubicBezTo>
                <a:cubicBezTo>
                  <a:pt x="399112" y="1880208"/>
                  <a:pt x="376108" y="1857204"/>
                  <a:pt x="376108" y="1828827"/>
                </a:cubicBezTo>
                <a:cubicBezTo>
                  <a:pt x="376108" y="1800450"/>
                  <a:pt x="399112" y="1777446"/>
                  <a:pt x="427489" y="1777446"/>
                </a:cubicBezTo>
                <a:close/>
                <a:moveTo>
                  <a:pt x="51381" y="1777446"/>
                </a:moveTo>
                <a:cubicBezTo>
                  <a:pt x="79758" y="1777446"/>
                  <a:pt x="102762" y="1800450"/>
                  <a:pt x="102762" y="1828827"/>
                </a:cubicBezTo>
                <a:cubicBezTo>
                  <a:pt x="102762" y="1857204"/>
                  <a:pt x="79758" y="1880208"/>
                  <a:pt x="51381" y="1880208"/>
                </a:cubicBezTo>
                <a:cubicBezTo>
                  <a:pt x="23004" y="1880208"/>
                  <a:pt x="0" y="1857204"/>
                  <a:pt x="0" y="1828827"/>
                </a:cubicBezTo>
                <a:cubicBezTo>
                  <a:pt x="0" y="1800450"/>
                  <a:pt x="23004" y="1777446"/>
                  <a:pt x="51381" y="1777446"/>
                </a:cubicBezTo>
                <a:close/>
                <a:moveTo>
                  <a:pt x="2308032" y="1481205"/>
                </a:moveTo>
                <a:cubicBezTo>
                  <a:pt x="2336409" y="1481205"/>
                  <a:pt x="2359413" y="1504209"/>
                  <a:pt x="2359413" y="1532586"/>
                </a:cubicBezTo>
                <a:cubicBezTo>
                  <a:pt x="2359413" y="1560963"/>
                  <a:pt x="2336409" y="1583967"/>
                  <a:pt x="2308032" y="1583967"/>
                </a:cubicBezTo>
                <a:cubicBezTo>
                  <a:pt x="2279655" y="1583967"/>
                  <a:pt x="2256651" y="1560963"/>
                  <a:pt x="2256651" y="1532586"/>
                </a:cubicBezTo>
                <a:cubicBezTo>
                  <a:pt x="2256651" y="1504209"/>
                  <a:pt x="2279655" y="1481205"/>
                  <a:pt x="2308032" y="1481205"/>
                </a:cubicBezTo>
                <a:close/>
                <a:moveTo>
                  <a:pt x="1931922" y="1481205"/>
                </a:moveTo>
                <a:cubicBezTo>
                  <a:pt x="1960299" y="1481205"/>
                  <a:pt x="1983303" y="1504209"/>
                  <a:pt x="1983303" y="1532586"/>
                </a:cubicBezTo>
                <a:cubicBezTo>
                  <a:pt x="1983303" y="1560963"/>
                  <a:pt x="1960299" y="1583967"/>
                  <a:pt x="1931922" y="1583967"/>
                </a:cubicBezTo>
                <a:cubicBezTo>
                  <a:pt x="1903545" y="1583967"/>
                  <a:pt x="1880541" y="1560963"/>
                  <a:pt x="1880541" y="1532586"/>
                </a:cubicBezTo>
                <a:cubicBezTo>
                  <a:pt x="1880541" y="1504209"/>
                  <a:pt x="1903545" y="1481205"/>
                  <a:pt x="1931922" y="1481205"/>
                </a:cubicBezTo>
                <a:close/>
                <a:moveTo>
                  <a:pt x="1555814" y="1481205"/>
                </a:moveTo>
                <a:cubicBezTo>
                  <a:pt x="1584191" y="1481205"/>
                  <a:pt x="1607195" y="1504209"/>
                  <a:pt x="1607195" y="1532586"/>
                </a:cubicBezTo>
                <a:cubicBezTo>
                  <a:pt x="1607195" y="1560963"/>
                  <a:pt x="1584191" y="1583967"/>
                  <a:pt x="1555814" y="1583967"/>
                </a:cubicBezTo>
                <a:cubicBezTo>
                  <a:pt x="1527437" y="1583967"/>
                  <a:pt x="1504433" y="1560963"/>
                  <a:pt x="1504433" y="1532586"/>
                </a:cubicBezTo>
                <a:cubicBezTo>
                  <a:pt x="1504433" y="1504209"/>
                  <a:pt x="1527437" y="1481205"/>
                  <a:pt x="1555814" y="1481205"/>
                </a:cubicBezTo>
                <a:close/>
                <a:moveTo>
                  <a:pt x="1179708" y="1481205"/>
                </a:moveTo>
                <a:cubicBezTo>
                  <a:pt x="1208085" y="1481205"/>
                  <a:pt x="1231089" y="1504209"/>
                  <a:pt x="1231089" y="1532586"/>
                </a:cubicBezTo>
                <a:cubicBezTo>
                  <a:pt x="1231089" y="1560963"/>
                  <a:pt x="1208085" y="1583967"/>
                  <a:pt x="1179708" y="1583967"/>
                </a:cubicBezTo>
                <a:cubicBezTo>
                  <a:pt x="1151331" y="1583967"/>
                  <a:pt x="1128327" y="1560963"/>
                  <a:pt x="1128327" y="1532586"/>
                </a:cubicBezTo>
                <a:cubicBezTo>
                  <a:pt x="1128327" y="1504209"/>
                  <a:pt x="1151331" y="1481205"/>
                  <a:pt x="1179708" y="1481205"/>
                </a:cubicBezTo>
                <a:close/>
                <a:moveTo>
                  <a:pt x="803599" y="1481205"/>
                </a:moveTo>
                <a:cubicBezTo>
                  <a:pt x="831976" y="1481205"/>
                  <a:pt x="854980" y="1504209"/>
                  <a:pt x="854980" y="1532586"/>
                </a:cubicBezTo>
                <a:cubicBezTo>
                  <a:pt x="854980" y="1560963"/>
                  <a:pt x="831976" y="1583967"/>
                  <a:pt x="803599" y="1583967"/>
                </a:cubicBezTo>
                <a:cubicBezTo>
                  <a:pt x="775222" y="1583967"/>
                  <a:pt x="752218" y="1560963"/>
                  <a:pt x="752218" y="1532586"/>
                </a:cubicBezTo>
                <a:cubicBezTo>
                  <a:pt x="752218" y="1504209"/>
                  <a:pt x="775222" y="1481205"/>
                  <a:pt x="803599" y="1481205"/>
                </a:cubicBezTo>
                <a:close/>
                <a:moveTo>
                  <a:pt x="427489" y="1481205"/>
                </a:moveTo>
                <a:cubicBezTo>
                  <a:pt x="455866" y="1481205"/>
                  <a:pt x="478870" y="1504209"/>
                  <a:pt x="478870" y="1532586"/>
                </a:cubicBezTo>
                <a:cubicBezTo>
                  <a:pt x="478870" y="1560963"/>
                  <a:pt x="455866" y="1583967"/>
                  <a:pt x="427489" y="1583967"/>
                </a:cubicBezTo>
                <a:cubicBezTo>
                  <a:pt x="399112" y="1583967"/>
                  <a:pt x="376108" y="1560963"/>
                  <a:pt x="376108" y="1532586"/>
                </a:cubicBezTo>
                <a:cubicBezTo>
                  <a:pt x="376108" y="1504209"/>
                  <a:pt x="399112" y="1481205"/>
                  <a:pt x="427489" y="1481205"/>
                </a:cubicBezTo>
                <a:close/>
                <a:moveTo>
                  <a:pt x="51381" y="1481205"/>
                </a:moveTo>
                <a:cubicBezTo>
                  <a:pt x="79758" y="1481205"/>
                  <a:pt x="102762" y="1504209"/>
                  <a:pt x="102762" y="1532586"/>
                </a:cubicBezTo>
                <a:cubicBezTo>
                  <a:pt x="102762" y="1560963"/>
                  <a:pt x="79758" y="1583967"/>
                  <a:pt x="51381" y="1583967"/>
                </a:cubicBezTo>
                <a:cubicBezTo>
                  <a:pt x="23004" y="1583967"/>
                  <a:pt x="0" y="1560963"/>
                  <a:pt x="0" y="1532586"/>
                </a:cubicBezTo>
                <a:cubicBezTo>
                  <a:pt x="0" y="1504209"/>
                  <a:pt x="23004" y="1481205"/>
                  <a:pt x="51381" y="1481205"/>
                </a:cubicBezTo>
                <a:close/>
                <a:moveTo>
                  <a:pt x="2308032" y="1184964"/>
                </a:moveTo>
                <a:cubicBezTo>
                  <a:pt x="2336409" y="1184964"/>
                  <a:pt x="2359413" y="1207968"/>
                  <a:pt x="2359413" y="1236345"/>
                </a:cubicBezTo>
                <a:cubicBezTo>
                  <a:pt x="2359413" y="1264722"/>
                  <a:pt x="2336409" y="1287726"/>
                  <a:pt x="2308032" y="1287726"/>
                </a:cubicBezTo>
                <a:cubicBezTo>
                  <a:pt x="2279655" y="1287726"/>
                  <a:pt x="2256651" y="1264722"/>
                  <a:pt x="2256651" y="1236345"/>
                </a:cubicBezTo>
                <a:cubicBezTo>
                  <a:pt x="2256651" y="1207968"/>
                  <a:pt x="2279655" y="1184964"/>
                  <a:pt x="2308032" y="1184964"/>
                </a:cubicBezTo>
                <a:close/>
                <a:moveTo>
                  <a:pt x="1931922" y="1184964"/>
                </a:moveTo>
                <a:cubicBezTo>
                  <a:pt x="1960299" y="1184964"/>
                  <a:pt x="1983303" y="1207968"/>
                  <a:pt x="1983303" y="1236345"/>
                </a:cubicBezTo>
                <a:cubicBezTo>
                  <a:pt x="1983303" y="1264722"/>
                  <a:pt x="1960299" y="1287726"/>
                  <a:pt x="1931922" y="1287726"/>
                </a:cubicBezTo>
                <a:cubicBezTo>
                  <a:pt x="1903545" y="1287726"/>
                  <a:pt x="1880541" y="1264722"/>
                  <a:pt x="1880541" y="1236345"/>
                </a:cubicBezTo>
                <a:cubicBezTo>
                  <a:pt x="1880541" y="1207968"/>
                  <a:pt x="1903545" y="1184964"/>
                  <a:pt x="1931922" y="1184964"/>
                </a:cubicBezTo>
                <a:close/>
                <a:moveTo>
                  <a:pt x="1555814" y="1184964"/>
                </a:moveTo>
                <a:cubicBezTo>
                  <a:pt x="1584191" y="1184964"/>
                  <a:pt x="1607195" y="1207968"/>
                  <a:pt x="1607195" y="1236345"/>
                </a:cubicBezTo>
                <a:cubicBezTo>
                  <a:pt x="1607195" y="1264722"/>
                  <a:pt x="1584191" y="1287726"/>
                  <a:pt x="1555814" y="1287726"/>
                </a:cubicBezTo>
                <a:cubicBezTo>
                  <a:pt x="1527437" y="1287726"/>
                  <a:pt x="1504433" y="1264722"/>
                  <a:pt x="1504433" y="1236345"/>
                </a:cubicBezTo>
                <a:cubicBezTo>
                  <a:pt x="1504433" y="1207968"/>
                  <a:pt x="1527437" y="1184964"/>
                  <a:pt x="1555814" y="1184964"/>
                </a:cubicBezTo>
                <a:close/>
                <a:moveTo>
                  <a:pt x="1179708" y="1184964"/>
                </a:moveTo>
                <a:cubicBezTo>
                  <a:pt x="1208085" y="1184964"/>
                  <a:pt x="1231089" y="1207968"/>
                  <a:pt x="1231089" y="1236345"/>
                </a:cubicBezTo>
                <a:cubicBezTo>
                  <a:pt x="1231089" y="1264722"/>
                  <a:pt x="1208085" y="1287726"/>
                  <a:pt x="1179708" y="1287726"/>
                </a:cubicBezTo>
                <a:cubicBezTo>
                  <a:pt x="1151331" y="1287726"/>
                  <a:pt x="1128327" y="1264722"/>
                  <a:pt x="1128327" y="1236345"/>
                </a:cubicBezTo>
                <a:cubicBezTo>
                  <a:pt x="1128327" y="1207968"/>
                  <a:pt x="1151331" y="1184964"/>
                  <a:pt x="1179708" y="1184964"/>
                </a:cubicBezTo>
                <a:close/>
                <a:moveTo>
                  <a:pt x="803599" y="1184964"/>
                </a:moveTo>
                <a:cubicBezTo>
                  <a:pt x="831976" y="1184964"/>
                  <a:pt x="854980" y="1207968"/>
                  <a:pt x="854980" y="1236345"/>
                </a:cubicBezTo>
                <a:cubicBezTo>
                  <a:pt x="854980" y="1264722"/>
                  <a:pt x="831976" y="1287726"/>
                  <a:pt x="803599" y="1287726"/>
                </a:cubicBezTo>
                <a:cubicBezTo>
                  <a:pt x="775222" y="1287726"/>
                  <a:pt x="752218" y="1264722"/>
                  <a:pt x="752218" y="1236345"/>
                </a:cubicBezTo>
                <a:cubicBezTo>
                  <a:pt x="752218" y="1207968"/>
                  <a:pt x="775222" y="1184964"/>
                  <a:pt x="803599" y="1184964"/>
                </a:cubicBezTo>
                <a:close/>
                <a:moveTo>
                  <a:pt x="427489" y="1184964"/>
                </a:moveTo>
                <a:cubicBezTo>
                  <a:pt x="455866" y="1184964"/>
                  <a:pt x="478870" y="1207968"/>
                  <a:pt x="478870" y="1236345"/>
                </a:cubicBezTo>
                <a:cubicBezTo>
                  <a:pt x="478870" y="1264722"/>
                  <a:pt x="455866" y="1287726"/>
                  <a:pt x="427489" y="1287726"/>
                </a:cubicBezTo>
                <a:cubicBezTo>
                  <a:pt x="399112" y="1287726"/>
                  <a:pt x="376108" y="1264722"/>
                  <a:pt x="376108" y="1236345"/>
                </a:cubicBezTo>
                <a:cubicBezTo>
                  <a:pt x="376108" y="1207968"/>
                  <a:pt x="399112" y="1184964"/>
                  <a:pt x="427489" y="1184964"/>
                </a:cubicBezTo>
                <a:close/>
                <a:moveTo>
                  <a:pt x="51381" y="1184964"/>
                </a:moveTo>
                <a:cubicBezTo>
                  <a:pt x="79758" y="1184964"/>
                  <a:pt x="102762" y="1207968"/>
                  <a:pt x="102762" y="1236345"/>
                </a:cubicBezTo>
                <a:cubicBezTo>
                  <a:pt x="102762" y="1264722"/>
                  <a:pt x="79758" y="1287726"/>
                  <a:pt x="51381" y="1287726"/>
                </a:cubicBezTo>
                <a:cubicBezTo>
                  <a:pt x="23004" y="1287726"/>
                  <a:pt x="0" y="1264722"/>
                  <a:pt x="0" y="1236345"/>
                </a:cubicBezTo>
                <a:cubicBezTo>
                  <a:pt x="0" y="1207968"/>
                  <a:pt x="23004" y="1184964"/>
                  <a:pt x="51381" y="1184964"/>
                </a:cubicBezTo>
                <a:close/>
                <a:moveTo>
                  <a:pt x="2308032" y="888722"/>
                </a:moveTo>
                <a:cubicBezTo>
                  <a:pt x="2336409" y="888722"/>
                  <a:pt x="2359413" y="911726"/>
                  <a:pt x="2359413" y="940103"/>
                </a:cubicBezTo>
                <a:cubicBezTo>
                  <a:pt x="2359413" y="968480"/>
                  <a:pt x="2336409" y="991484"/>
                  <a:pt x="2308032" y="991484"/>
                </a:cubicBezTo>
                <a:cubicBezTo>
                  <a:pt x="2279655" y="991484"/>
                  <a:pt x="2256651" y="968480"/>
                  <a:pt x="2256651" y="940103"/>
                </a:cubicBezTo>
                <a:cubicBezTo>
                  <a:pt x="2256651" y="911726"/>
                  <a:pt x="2279655" y="888722"/>
                  <a:pt x="2308032" y="888722"/>
                </a:cubicBezTo>
                <a:close/>
                <a:moveTo>
                  <a:pt x="1931922" y="888722"/>
                </a:moveTo>
                <a:cubicBezTo>
                  <a:pt x="1960299" y="888722"/>
                  <a:pt x="1983303" y="911726"/>
                  <a:pt x="1983303" y="940103"/>
                </a:cubicBezTo>
                <a:cubicBezTo>
                  <a:pt x="1983303" y="968480"/>
                  <a:pt x="1960299" y="991484"/>
                  <a:pt x="1931922" y="991484"/>
                </a:cubicBezTo>
                <a:cubicBezTo>
                  <a:pt x="1903545" y="991484"/>
                  <a:pt x="1880541" y="968480"/>
                  <a:pt x="1880541" y="940103"/>
                </a:cubicBezTo>
                <a:cubicBezTo>
                  <a:pt x="1880541" y="911726"/>
                  <a:pt x="1903545" y="888722"/>
                  <a:pt x="1931922" y="888722"/>
                </a:cubicBezTo>
                <a:close/>
                <a:moveTo>
                  <a:pt x="1555814" y="888722"/>
                </a:moveTo>
                <a:cubicBezTo>
                  <a:pt x="1584191" y="888722"/>
                  <a:pt x="1607195" y="911726"/>
                  <a:pt x="1607195" y="940103"/>
                </a:cubicBezTo>
                <a:cubicBezTo>
                  <a:pt x="1607195" y="968480"/>
                  <a:pt x="1584191" y="991484"/>
                  <a:pt x="1555814" y="991484"/>
                </a:cubicBezTo>
                <a:cubicBezTo>
                  <a:pt x="1527437" y="991484"/>
                  <a:pt x="1504433" y="968480"/>
                  <a:pt x="1504433" y="940103"/>
                </a:cubicBezTo>
                <a:cubicBezTo>
                  <a:pt x="1504433" y="911726"/>
                  <a:pt x="1527437" y="888722"/>
                  <a:pt x="1555814" y="888722"/>
                </a:cubicBezTo>
                <a:close/>
                <a:moveTo>
                  <a:pt x="1179708" y="888722"/>
                </a:moveTo>
                <a:cubicBezTo>
                  <a:pt x="1208085" y="888722"/>
                  <a:pt x="1231089" y="911726"/>
                  <a:pt x="1231089" y="940103"/>
                </a:cubicBezTo>
                <a:cubicBezTo>
                  <a:pt x="1231089" y="968480"/>
                  <a:pt x="1208085" y="991484"/>
                  <a:pt x="1179708" y="991484"/>
                </a:cubicBezTo>
                <a:cubicBezTo>
                  <a:pt x="1151331" y="991484"/>
                  <a:pt x="1128327" y="968480"/>
                  <a:pt x="1128327" y="940103"/>
                </a:cubicBezTo>
                <a:cubicBezTo>
                  <a:pt x="1128327" y="911726"/>
                  <a:pt x="1151331" y="888722"/>
                  <a:pt x="1179708" y="888722"/>
                </a:cubicBezTo>
                <a:close/>
                <a:moveTo>
                  <a:pt x="803599" y="888722"/>
                </a:moveTo>
                <a:cubicBezTo>
                  <a:pt x="831976" y="888722"/>
                  <a:pt x="854980" y="911726"/>
                  <a:pt x="854980" y="940103"/>
                </a:cubicBezTo>
                <a:cubicBezTo>
                  <a:pt x="854980" y="968480"/>
                  <a:pt x="831976" y="991484"/>
                  <a:pt x="803599" y="991484"/>
                </a:cubicBezTo>
                <a:cubicBezTo>
                  <a:pt x="775222" y="991484"/>
                  <a:pt x="752218" y="968480"/>
                  <a:pt x="752218" y="940103"/>
                </a:cubicBezTo>
                <a:cubicBezTo>
                  <a:pt x="752218" y="911726"/>
                  <a:pt x="775222" y="888722"/>
                  <a:pt x="803599" y="888722"/>
                </a:cubicBezTo>
                <a:close/>
                <a:moveTo>
                  <a:pt x="427489" y="888722"/>
                </a:moveTo>
                <a:cubicBezTo>
                  <a:pt x="455866" y="888722"/>
                  <a:pt x="478870" y="911726"/>
                  <a:pt x="478870" y="940103"/>
                </a:cubicBezTo>
                <a:cubicBezTo>
                  <a:pt x="478870" y="968480"/>
                  <a:pt x="455866" y="991484"/>
                  <a:pt x="427489" y="991484"/>
                </a:cubicBezTo>
                <a:cubicBezTo>
                  <a:pt x="399112" y="991484"/>
                  <a:pt x="376108" y="968480"/>
                  <a:pt x="376108" y="940103"/>
                </a:cubicBezTo>
                <a:cubicBezTo>
                  <a:pt x="376108" y="911726"/>
                  <a:pt x="399112" y="888722"/>
                  <a:pt x="427489" y="888722"/>
                </a:cubicBezTo>
                <a:close/>
                <a:moveTo>
                  <a:pt x="51381" y="888722"/>
                </a:moveTo>
                <a:cubicBezTo>
                  <a:pt x="79758" y="888722"/>
                  <a:pt x="102762" y="911726"/>
                  <a:pt x="102762" y="940103"/>
                </a:cubicBezTo>
                <a:cubicBezTo>
                  <a:pt x="102762" y="968480"/>
                  <a:pt x="79758" y="991484"/>
                  <a:pt x="51381" y="991484"/>
                </a:cubicBezTo>
                <a:cubicBezTo>
                  <a:pt x="23004" y="991484"/>
                  <a:pt x="0" y="968480"/>
                  <a:pt x="0" y="940103"/>
                </a:cubicBezTo>
                <a:cubicBezTo>
                  <a:pt x="0" y="911726"/>
                  <a:pt x="23004" y="888722"/>
                  <a:pt x="51381" y="888722"/>
                </a:cubicBezTo>
                <a:close/>
                <a:moveTo>
                  <a:pt x="2308032" y="592481"/>
                </a:moveTo>
                <a:cubicBezTo>
                  <a:pt x="2336409" y="592481"/>
                  <a:pt x="2359413" y="615485"/>
                  <a:pt x="2359413" y="643862"/>
                </a:cubicBezTo>
                <a:cubicBezTo>
                  <a:pt x="2359413" y="672239"/>
                  <a:pt x="2336409" y="695243"/>
                  <a:pt x="2308032" y="695243"/>
                </a:cubicBezTo>
                <a:cubicBezTo>
                  <a:pt x="2279655" y="695243"/>
                  <a:pt x="2256651" y="672239"/>
                  <a:pt x="2256651" y="643862"/>
                </a:cubicBezTo>
                <a:cubicBezTo>
                  <a:pt x="2256651" y="615485"/>
                  <a:pt x="2279655" y="592481"/>
                  <a:pt x="2308032" y="592481"/>
                </a:cubicBezTo>
                <a:close/>
                <a:moveTo>
                  <a:pt x="1931922" y="592481"/>
                </a:moveTo>
                <a:cubicBezTo>
                  <a:pt x="1960299" y="592481"/>
                  <a:pt x="1983303" y="615485"/>
                  <a:pt x="1983303" y="643862"/>
                </a:cubicBezTo>
                <a:cubicBezTo>
                  <a:pt x="1983303" y="672239"/>
                  <a:pt x="1960299" y="695243"/>
                  <a:pt x="1931922" y="695243"/>
                </a:cubicBezTo>
                <a:cubicBezTo>
                  <a:pt x="1903545" y="695243"/>
                  <a:pt x="1880541" y="672239"/>
                  <a:pt x="1880541" y="643862"/>
                </a:cubicBezTo>
                <a:cubicBezTo>
                  <a:pt x="1880541" y="615485"/>
                  <a:pt x="1903545" y="592481"/>
                  <a:pt x="1931922" y="592481"/>
                </a:cubicBezTo>
                <a:close/>
                <a:moveTo>
                  <a:pt x="1555814" y="592481"/>
                </a:moveTo>
                <a:cubicBezTo>
                  <a:pt x="1584191" y="592481"/>
                  <a:pt x="1607195" y="615485"/>
                  <a:pt x="1607195" y="643862"/>
                </a:cubicBezTo>
                <a:cubicBezTo>
                  <a:pt x="1607195" y="672239"/>
                  <a:pt x="1584191" y="695243"/>
                  <a:pt x="1555814" y="695243"/>
                </a:cubicBezTo>
                <a:cubicBezTo>
                  <a:pt x="1527437" y="695243"/>
                  <a:pt x="1504433" y="672239"/>
                  <a:pt x="1504433" y="643862"/>
                </a:cubicBezTo>
                <a:cubicBezTo>
                  <a:pt x="1504433" y="615485"/>
                  <a:pt x="1527437" y="592481"/>
                  <a:pt x="1555814" y="592481"/>
                </a:cubicBezTo>
                <a:close/>
                <a:moveTo>
                  <a:pt x="1179708" y="592481"/>
                </a:moveTo>
                <a:cubicBezTo>
                  <a:pt x="1208085" y="592481"/>
                  <a:pt x="1231089" y="615485"/>
                  <a:pt x="1231089" y="643862"/>
                </a:cubicBezTo>
                <a:cubicBezTo>
                  <a:pt x="1231089" y="672239"/>
                  <a:pt x="1208085" y="695243"/>
                  <a:pt x="1179708" y="695243"/>
                </a:cubicBezTo>
                <a:cubicBezTo>
                  <a:pt x="1151331" y="695243"/>
                  <a:pt x="1128327" y="672239"/>
                  <a:pt x="1128327" y="643862"/>
                </a:cubicBezTo>
                <a:cubicBezTo>
                  <a:pt x="1128327" y="615485"/>
                  <a:pt x="1151331" y="592481"/>
                  <a:pt x="1179708" y="592481"/>
                </a:cubicBezTo>
                <a:close/>
                <a:moveTo>
                  <a:pt x="803599" y="592481"/>
                </a:moveTo>
                <a:cubicBezTo>
                  <a:pt x="831976" y="592481"/>
                  <a:pt x="854980" y="615485"/>
                  <a:pt x="854980" y="643862"/>
                </a:cubicBezTo>
                <a:cubicBezTo>
                  <a:pt x="854980" y="672239"/>
                  <a:pt x="831976" y="695243"/>
                  <a:pt x="803599" y="695243"/>
                </a:cubicBezTo>
                <a:cubicBezTo>
                  <a:pt x="775222" y="695243"/>
                  <a:pt x="752218" y="672239"/>
                  <a:pt x="752218" y="643862"/>
                </a:cubicBezTo>
                <a:cubicBezTo>
                  <a:pt x="752218" y="615485"/>
                  <a:pt x="775222" y="592481"/>
                  <a:pt x="803599" y="592481"/>
                </a:cubicBezTo>
                <a:close/>
                <a:moveTo>
                  <a:pt x="427489" y="592481"/>
                </a:moveTo>
                <a:cubicBezTo>
                  <a:pt x="455866" y="592481"/>
                  <a:pt x="478870" y="615485"/>
                  <a:pt x="478870" y="643862"/>
                </a:cubicBezTo>
                <a:cubicBezTo>
                  <a:pt x="478870" y="672239"/>
                  <a:pt x="455866" y="695243"/>
                  <a:pt x="427489" y="695243"/>
                </a:cubicBezTo>
                <a:cubicBezTo>
                  <a:pt x="399112" y="695243"/>
                  <a:pt x="376108" y="672239"/>
                  <a:pt x="376108" y="643862"/>
                </a:cubicBezTo>
                <a:cubicBezTo>
                  <a:pt x="376108" y="615485"/>
                  <a:pt x="399112" y="592481"/>
                  <a:pt x="427489" y="592481"/>
                </a:cubicBezTo>
                <a:close/>
                <a:moveTo>
                  <a:pt x="51381" y="592481"/>
                </a:moveTo>
                <a:cubicBezTo>
                  <a:pt x="79758" y="592481"/>
                  <a:pt x="102762" y="615485"/>
                  <a:pt x="102762" y="643862"/>
                </a:cubicBezTo>
                <a:cubicBezTo>
                  <a:pt x="102762" y="672239"/>
                  <a:pt x="79758" y="695243"/>
                  <a:pt x="51381" y="695243"/>
                </a:cubicBezTo>
                <a:cubicBezTo>
                  <a:pt x="23004" y="695243"/>
                  <a:pt x="0" y="672239"/>
                  <a:pt x="0" y="643862"/>
                </a:cubicBezTo>
                <a:cubicBezTo>
                  <a:pt x="0" y="615485"/>
                  <a:pt x="23004" y="592481"/>
                  <a:pt x="51381" y="592481"/>
                </a:cubicBezTo>
                <a:close/>
                <a:moveTo>
                  <a:pt x="2308032" y="296241"/>
                </a:moveTo>
                <a:cubicBezTo>
                  <a:pt x="2336409" y="296241"/>
                  <a:pt x="2359413" y="319245"/>
                  <a:pt x="2359413" y="347622"/>
                </a:cubicBezTo>
                <a:cubicBezTo>
                  <a:pt x="2359413" y="375999"/>
                  <a:pt x="2336409" y="399003"/>
                  <a:pt x="2308032" y="399003"/>
                </a:cubicBezTo>
                <a:cubicBezTo>
                  <a:pt x="2279655" y="399003"/>
                  <a:pt x="2256651" y="375999"/>
                  <a:pt x="2256651" y="347622"/>
                </a:cubicBezTo>
                <a:cubicBezTo>
                  <a:pt x="2256651" y="319245"/>
                  <a:pt x="2279655" y="296241"/>
                  <a:pt x="2308032" y="296241"/>
                </a:cubicBezTo>
                <a:close/>
                <a:moveTo>
                  <a:pt x="1931922" y="296241"/>
                </a:moveTo>
                <a:cubicBezTo>
                  <a:pt x="1960299" y="296241"/>
                  <a:pt x="1983303" y="319245"/>
                  <a:pt x="1983303" y="347622"/>
                </a:cubicBezTo>
                <a:cubicBezTo>
                  <a:pt x="1983303" y="375999"/>
                  <a:pt x="1960299" y="399003"/>
                  <a:pt x="1931922" y="399003"/>
                </a:cubicBezTo>
                <a:cubicBezTo>
                  <a:pt x="1903545" y="399003"/>
                  <a:pt x="1880541" y="375999"/>
                  <a:pt x="1880541" y="347622"/>
                </a:cubicBezTo>
                <a:cubicBezTo>
                  <a:pt x="1880541" y="319245"/>
                  <a:pt x="1903545" y="296241"/>
                  <a:pt x="1931922" y="296241"/>
                </a:cubicBezTo>
                <a:close/>
                <a:moveTo>
                  <a:pt x="1555814" y="296241"/>
                </a:moveTo>
                <a:cubicBezTo>
                  <a:pt x="1584191" y="296241"/>
                  <a:pt x="1607195" y="319245"/>
                  <a:pt x="1607195" y="347622"/>
                </a:cubicBezTo>
                <a:cubicBezTo>
                  <a:pt x="1607195" y="375999"/>
                  <a:pt x="1584191" y="399003"/>
                  <a:pt x="1555814" y="399003"/>
                </a:cubicBezTo>
                <a:cubicBezTo>
                  <a:pt x="1527437" y="399003"/>
                  <a:pt x="1504433" y="375999"/>
                  <a:pt x="1504433" y="347622"/>
                </a:cubicBezTo>
                <a:cubicBezTo>
                  <a:pt x="1504433" y="319245"/>
                  <a:pt x="1527437" y="296241"/>
                  <a:pt x="1555814" y="296241"/>
                </a:cubicBezTo>
                <a:close/>
                <a:moveTo>
                  <a:pt x="1179708" y="296241"/>
                </a:moveTo>
                <a:cubicBezTo>
                  <a:pt x="1208085" y="296241"/>
                  <a:pt x="1231089" y="319245"/>
                  <a:pt x="1231089" y="347622"/>
                </a:cubicBezTo>
                <a:cubicBezTo>
                  <a:pt x="1231089" y="375999"/>
                  <a:pt x="1208085" y="399003"/>
                  <a:pt x="1179708" y="399003"/>
                </a:cubicBezTo>
                <a:cubicBezTo>
                  <a:pt x="1151331" y="399003"/>
                  <a:pt x="1128327" y="375999"/>
                  <a:pt x="1128327" y="347622"/>
                </a:cubicBezTo>
                <a:cubicBezTo>
                  <a:pt x="1128327" y="319245"/>
                  <a:pt x="1151331" y="296241"/>
                  <a:pt x="1179708" y="296241"/>
                </a:cubicBezTo>
                <a:close/>
                <a:moveTo>
                  <a:pt x="803599" y="296241"/>
                </a:moveTo>
                <a:cubicBezTo>
                  <a:pt x="831976" y="296241"/>
                  <a:pt x="854980" y="319245"/>
                  <a:pt x="854980" y="347622"/>
                </a:cubicBezTo>
                <a:cubicBezTo>
                  <a:pt x="854980" y="375999"/>
                  <a:pt x="831976" y="399003"/>
                  <a:pt x="803599" y="399003"/>
                </a:cubicBezTo>
                <a:cubicBezTo>
                  <a:pt x="775222" y="399003"/>
                  <a:pt x="752218" y="375999"/>
                  <a:pt x="752218" y="347622"/>
                </a:cubicBezTo>
                <a:cubicBezTo>
                  <a:pt x="752218" y="319245"/>
                  <a:pt x="775222" y="296241"/>
                  <a:pt x="803599" y="296241"/>
                </a:cubicBezTo>
                <a:close/>
                <a:moveTo>
                  <a:pt x="427489" y="296241"/>
                </a:moveTo>
                <a:cubicBezTo>
                  <a:pt x="455866" y="296241"/>
                  <a:pt x="478870" y="319245"/>
                  <a:pt x="478870" y="347622"/>
                </a:cubicBezTo>
                <a:cubicBezTo>
                  <a:pt x="478870" y="375999"/>
                  <a:pt x="455866" y="399003"/>
                  <a:pt x="427489" y="399003"/>
                </a:cubicBezTo>
                <a:cubicBezTo>
                  <a:pt x="399112" y="399003"/>
                  <a:pt x="376108" y="375999"/>
                  <a:pt x="376108" y="347622"/>
                </a:cubicBezTo>
                <a:cubicBezTo>
                  <a:pt x="376108" y="319245"/>
                  <a:pt x="399112" y="296241"/>
                  <a:pt x="427489" y="296241"/>
                </a:cubicBezTo>
                <a:close/>
                <a:moveTo>
                  <a:pt x="51381" y="296241"/>
                </a:moveTo>
                <a:cubicBezTo>
                  <a:pt x="79758" y="296241"/>
                  <a:pt x="102762" y="319245"/>
                  <a:pt x="102762" y="347622"/>
                </a:cubicBezTo>
                <a:cubicBezTo>
                  <a:pt x="102762" y="375999"/>
                  <a:pt x="79758" y="399003"/>
                  <a:pt x="51381" y="399003"/>
                </a:cubicBezTo>
                <a:cubicBezTo>
                  <a:pt x="23004" y="399003"/>
                  <a:pt x="0" y="375999"/>
                  <a:pt x="0" y="347622"/>
                </a:cubicBezTo>
                <a:cubicBezTo>
                  <a:pt x="0" y="319245"/>
                  <a:pt x="23004" y="296241"/>
                  <a:pt x="51381" y="296241"/>
                </a:cubicBezTo>
                <a:close/>
                <a:moveTo>
                  <a:pt x="2308032" y="0"/>
                </a:moveTo>
                <a:cubicBezTo>
                  <a:pt x="2336409" y="0"/>
                  <a:pt x="2359413" y="23004"/>
                  <a:pt x="2359413" y="51381"/>
                </a:cubicBezTo>
                <a:cubicBezTo>
                  <a:pt x="2359413" y="79758"/>
                  <a:pt x="2336409" y="102762"/>
                  <a:pt x="2308032" y="102762"/>
                </a:cubicBezTo>
                <a:cubicBezTo>
                  <a:pt x="2279655" y="102762"/>
                  <a:pt x="2256651" y="79758"/>
                  <a:pt x="2256651" y="51381"/>
                </a:cubicBezTo>
                <a:cubicBezTo>
                  <a:pt x="2256651" y="23004"/>
                  <a:pt x="2279655" y="0"/>
                  <a:pt x="2308032" y="0"/>
                </a:cubicBezTo>
                <a:close/>
                <a:moveTo>
                  <a:pt x="1931922" y="0"/>
                </a:moveTo>
                <a:cubicBezTo>
                  <a:pt x="1960299" y="0"/>
                  <a:pt x="1983303" y="23004"/>
                  <a:pt x="1983303" y="51381"/>
                </a:cubicBezTo>
                <a:cubicBezTo>
                  <a:pt x="1983303" y="79758"/>
                  <a:pt x="1960299" y="102762"/>
                  <a:pt x="1931922" y="102762"/>
                </a:cubicBezTo>
                <a:cubicBezTo>
                  <a:pt x="1903545" y="102762"/>
                  <a:pt x="1880541" y="79758"/>
                  <a:pt x="1880541" y="51381"/>
                </a:cubicBezTo>
                <a:cubicBezTo>
                  <a:pt x="1880541" y="23004"/>
                  <a:pt x="1903545" y="0"/>
                  <a:pt x="1931922" y="0"/>
                </a:cubicBezTo>
                <a:close/>
                <a:moveTo>
                  <a:pt x="1555814" y="0"/>
                </a:moveTo>
                <a:cubicBezTo>
                  <a:pt x="1584191" y="0"/>
                  <a:pt x="1607195" y="23004"/>
                  <a:pt x="1607195" y="51381"/>
                </a:cubicBezTo>
                <a:cubicBezTo>
                  <a:pt x="1607195" y="79758"/>
                  <a:pt x="1584191" y="102762"/>
                  <a:pt x="1555814" y="102762"/>
                </a:cubicBezTo>
                <a:cubicBezTo>
                  <a:pt x="1527437" y="102762"/>
                  <a:pt x="1504433" y="79758"/>
                  <a:pt x="1504433" y="51381"/>
                </a:cubicBezTo>
                <a:cubicBezTo>
                  <a:pt x="1504433" y="23004"/>
                  <a:pt x="1527437" y="0"/>
                  <a:pt x="1555814" y="0"/>
                </a:cubicBezTo>
                <a:close/>
                <a:moveTo>
                  <a:pt x="1179708" y="0"/>
                </a:moveTo>
                <a:cubicBezTo>
                  <a:pt x="1208085" y="0"/>
                  <a:pt x="1231089" y="23004"/>
                  <a:pt x="1231089" y="51381"/>
                </a:cubicBezTo>
                <a:cubicBezTo>
                  <a:pt x="1231089" y="79758"/>
                  <a:pt x="1208085" y="102762"/>
                  <a:pt x="1179708" y="102762"/>
                </a:cubicBezTo>
                <a:cubicBezTo>
                  <a:pt x="1151331" y="102762"/>
                  <a:pt x="1128327" y="79758"/>
                  <a:pt x="1128327" y="51381"/>
                </a:cubicBezTo>
                <a:cubicBezTo>
                  <a:pt x="1128327" y="23004"/>
                  <a:pt x="1151331" y="0"/>
                  <a:pt x="1179708" y="0"/>
                </a:cubicBezTo>
                <a:close/>
                <a:moveTo>
                  <a:pt x="803599" y="0"/>
                </a:moveTo>
                <a:cubicBezTo>
                  <a:pt x="831976" y="0"/>
                  <a:pt x="854980" y="23004"/>
                  <a:pt x="854980" y="51381"/>
                </a:cubicBezTo>
                <a:cubicBezTo>
                  <a:pt x="854980" y="79758"/>
                  <a:pt x="831976" y="102762"/>
                  <a:pt x="803599" y="102762"/>
                </a:cubicBezTo>
                <a:cubicBezTo>
                  <a:pt x="775222" y="102762"/>
                  <a:pt x="752218" y="79758"/>
                  <a:pt x="752218" y="51381"/>
                </a:cubicBezTo>
                <a:cubicBezTo>
                  <a:pt x="752218" y="23004"/>
                  <a:pt x="775222" y="0"/>
                  <a:pt x="803599" y="0"/>
                </a:cubicBezTo>
                <a:close/>
                <a:moveTo>
                  <a:pt x="427489" y="0"/>
                </a:moveTo>
                <a:cubicBezTo>
                  <a:pt x="455866" y="0"/>
                  <a:pt x="478870" y="23004"/>
                  <a:pt x="478870" y="51381"/>
                </a:cubicBezTo>
                <a:cubicBezTo>
                  <a:pt x="478870" y="79758"/>
                  <a:pt x="455866" y="102762"/>
                  <a:pt x="427489" y="102762"/>
                </a:cubicBezTo>
                <a:cubicBezTo>
                  <a:pt x="399112" y="102762"/>
                  <a:pt x="376108" y="79758"/>
                  <a:pt x="376108" y="51381"/>
                </a:cubicBezTo>
                <a:cubicBezTo>
                  <a:pt x="376108" y="23004"/>
                  <a:pt x="399112" y="0"/>
                  <a:pt x="427489" y="0"/>
                </a:cubicBezTo>
                <a:close/>
                <a:moveTo>
                  <a:pt x="51381" y="0"/>
                </a:moveTo>
                <a:cubicBezTo>
                  <a:pt x="79758" y="0"/>
                  <a:pt x="102762" y="23004"/>
                  <a:pt x="102762" y="51381"/>
                </a:cubicBezTo>
                <a:cubicBezTo>
                  <a:pt x="102762" y="79758"/>
                  <a:pt x="79758" y="102762"/>
                  <a:pt x="51381" y="102762"/>
                </a:cubicBezTo>
                <a:cubicBezTo>
                  <a:pt x="23004" y="102762"/>
                  <a:pt x="0" y="79758"/>
                  <a:pt x="0" y="51381"/>
                </a:cubicBezTo>
                <a:cubicBezTo>
                  <a:pt x="0" y="23004"/>
                  <a:pt x="23004" y="0"/>
                  <a:pt x="51381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12700" cap="flat">
            <a:noFill/>
            <a:miter/>
          </a:ln>
          <a:effectLst/>
        </p:spPr>
        <p:txBody>
          <a:bodyPr vert="horz" wrap="square" lIns="121920" tIns="60960" rIns="121920" bIns="60960" rtlCol="0" anchor="ctr"/>
          <a:lstStyle/>
          <a:p>
            <a:pPr algn="ctr">
              <a:lnSpc>
                <a:spcPct val="110000"/>
              </a:lnSpc>
            </a:pPr>
            <a:endParaRPr kumimoji="1" lang="zh-CN" altLang="en-US" sz="2489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813FBC69-5618-7562-7DB6-8F8269CB0681}"/>
              </a:ext>
            </a:extLst>
          </p:cNvPr>
          <p:cNvSpPr txBox="1"/>
          <p:nvPr userDrawn="1"/>
        </p:nvSpPr>
        <p:spPr>
          <a:xfrm>
            <a:off x="1" y="6689075"/>
            <a:ext cx="12212129" cy="124301"/>
          </a:xfrm>
          <a:prstGeom prst="rect">
            <a:avLst/>
          </a:prstGeom>
          <a:gradFill>
            <a:gsLst>
              <a:gs pos="25000">
                <a:schemeClr val="accent1"/>
              </a:gs>
              <a:gs pos="90000">
                <a:schemeClr val="accent1">
                  <a:lumMod val="50000"/>
                </a:schemeClr>
              </a:gs>
            </a:gsLst>
            <a:lin ang="2700000" scaled="0"/>
          </a:gradFill>
          <a:ln w="12700" cap="flat">
            <a:noFill/>
            <a:miter/>
          </a:ln>
          <a:effectLst/>
        </p:spPr>
        <p:txBody>
          <a:bodyPr vert="horz" wrap="square" lIns="121920" tIns="60960" rIns="121920" bIns="60960" rtlCol="0" anchor="ctr"/>
          <a:lstStyle/>
          <a:p>
            <a:pPr algn="ctr">
              <a:lnSpc>
                <a:spcPct val="110000"/>
              </a:lnSpc>
            </a:pPr>
            <a:endParaRPr kumimoji="1" lang="zh-CN" altLang="en-US" sz="2489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CE898403-CACF-81DE-2D12-B5C4599F7407}"/>
              </a:ext>
            </a:extLst>
          </p:cNvPr>
          <p:cNvSpPr txBox="1"/>
          <p:nvPr userDrawn="1"/>
        </p:nvSpPr>
        <p:spPr>
          <a:xfrm>
            <a:off x="100565" y="1700809"/>
            <a:ext cx="2852244" cy="996921"/>
          </a:xfrm>
          <a:custGeom>
            <a:avLst/>
            <a:gdLst>
              <a:gd name="connsiteX0" fmla="*/ 2867067 w 2892338"/>
              <a:gd name="connsiteY0" fmla="*/ 1038161 h 1088703"/>
              <a:gd name="connsiteX1" fmla="*/ 2892338 w 2892338"/>
              <a:gd name="connsiteY1" fmla="*/ 1063432 h 1088703"/>
              <a:gd name="connsiteX2" fmla="*/ 2867067 w 2892338"/>
              <a:gd name="connsiteY2" fmla="*/ 1088703 h 1088703"/>
              <a:gd name="connsiteX3" fmla="*/ 2841796 w 2892338"/>
              <a:gd name="connsiteY3" fmla="*/ 1063432 h 1088703"/>
              <a:gd name="connsiteX4" fmla="*/ 2867067 w 2892338"/>
              <a:gd name="connsiteY4" fmla="*/ 1038161 h 1088703"/>
              <a:gd name="connsiteX5" fmla="*/ 2682086 w 2892338"/>
              <a:gd name="connsiteY5" fmla="*/ 1038161 h 1088703"/>
              <a:gd name="connsiteX6" fmla="*/ 2707357 w 2892338"/>
              <a:gd name="connsiteY6" fmla="*/ 1063432 h 1088703"/>
              <a:gd name="connsiteX7" fmla="*/ 2682086 w 2892338"/>
              <a:gd name="connsiteY7" fmla="*/ 1088703 h 1088703"/>
              <a:gd name="connsiteX8" fmla="*/ 2656815 w 2892338"/>
              <a:gd name="connsiteY8" fmla="*/ 1063432 h 1088703"/>
              <a:gd name="connsiteX9" fmla="*/ 2682086 w 2892338"/>
              <a:gd name="connsiteY9" fmla="*/ 1038161 h 1088703"/>
              <a:gd name="connsiteX10" fmla="*/ 2497106 w 2892338"/>
              <a:gd name="connsiteY10" fmla="*/ 1038161 h 1088703"/>
              <a:gd name="connsiteX11" fmla="*/ 2522377 w 2892338"/>
              <a:gd name="connsiteY11" fmla="*/ 1063432 h 1088703"/>
              <a:gd name="connsiteX12" fmla="*/ 2497106 w 2892338"/>
              <a:gd name="connsiteY12" fmla="*/ 1088703 h 1088703"/>
              <a:gd name="connsiteX13" fmla="*/ 2471835 w 2892338"/>
              <a:gd name="connsiteY13" fmla="*/ 1063432 h 1088703"/>
              <a:gd name="connsiteX14" fmla="*/ 2497106 w 2892338"/>
              <a:gd name="connsiteY14" fmla="*/ 1038161 h 1088703"/>
              <a:gd name="connsiteX15" fmla="*/ 2312127 w 2892338"/>
              <a:gd name="connsiteY15" fmla="*/ 1038161 h 1088703"/>
              <a:gd name="connsiteX16" fmla="*/ 2337398 w 2892338"/>
              <a:gd name="connsiteY16" fmla="*/ 1063432 h 1088703"/>
              <a:gd name="connsiteX17" fmla="*/ 2312127 w 2892338"/>
              <a:gd name="connsiteY17" fmla="*/ 1088703 h 1088703"/>
              <a:gd name="connsiteX18" fmla="*/ 2286856 w 2892338"/>
              <a:gd name="connsiteY18" fmla="*/ 1063432 h 1088703"/>
              <a:gd name="connsiteX19" fmla="*/ 2312127 w 2892338"/>
              <a:gd name="connsiteY19" fmla="*/ 1038161 h 1088703"/>
              <a:gd name="connsiteX20" fmla="*/ 2127147 w 2892338"/>
              <a:gd name="connsiteY20" fmla="*/ 1038161 h 1088703"/>
              <a:gd name="connsiteX21" fmla="*/ 2152418 w 2892338"/>
              <a:gd name="connsiteY21" fmla="*/ 1063432 h 1088703"/>
              <a:gd name="connsiteX22" fmla="*/ 2127147 w 2892338"/>
              <a:gd name="connsiteY22" fmla="*/ 1088703 h 1088703"/>
              <a:gd name="connsiteX23" fmla="*/ 2101876 w 2892338"/>
              <a:gd name="connsiteY23" fmla="*/ 1063432 h 1088703"/>
              <a:gd name="connsiteX24" fmla="*/ 2127147 w 2892338"/>
              <a:gd name="connsiteY24" fmla="*/ 1038161 h 1088703"/>
              <a:gd name="connsiteX25" fmla="*/ 1942166 w 2892338"/>
              <a:gd name="connsiteY25" fmla="*/ 1038161 h 1088703"/>
              <a:gd name="connsiteX26" fmla="*/ 1967437 w 2892338"/>
              <a:gd name="connsiteY26" fmla="*/ 1063432 h 1088703"/>
              <a:gd name="connsiteX27" fmla="*/ 1942166 w 2892338"/>
              <a:gd name="connsiteY27" fmla="*/ 1088703 h 1088703"/>
              <a:gd name="connsiteX28" fmla="*/ 1916895 w 2892338"/>
              <a:gd name="connsiteY28" fmla="*/ 1063432 h 1088703"/>
              <a:gd name="connsiteX29" fmla="*/ 1942166 w 2892338"/>
              <a:gd name="connsiteY29" fmla="*/ 1038161 h 1088703"/>
              <a:gd name="connsiteX30" fmla="*/ 1757186 w 2892338"/>
              <a:gd name="connsiteY30" fmla="*/ 1038161 h 1088703"/>
              <a:gd name="connsiteX31" fmla="*/ 1782457 w 2892338"/>
              <a:gd name="connsiteY31" fmla="*/ 1063432 h 1088703"/>
              <a:gd name="connsiteX32" fmla="*/ 1757186 w 2892338"/>
              <a:gd name="connsiteY32" fmla="*/ 1088703 h 1088703"/>
              <a:gd name="connsiteX33" fmla="*/ 1731915 w 2892338"/>
              <a:gd name="connsiteY33" fmla="*/ 1063432 h 1088703"/>
              <a:gd name="connsiteX34" fmla="*/ 1757186 w 2892338"/>
              <a:gd name="connsiteY34" fmla="*/ 1038161 h 1088703"/>
              <a:gd name="connsiteX35" fmla="*/ 1135152 w 2892338"/>
              <a:gd name="connsiteY35" fmla="*/ 1019893 h 1088703"/>
              <a:gd name="connsiteX36" fmla="*/ 1160423 w 2892338"/>
              <a:gd name="connsiteY36" fmla="*/ 1045164 h 1088703"/>
              <a:gd name="connsiteX37" fmla="*/ 1135152 w 2892338"/>
              <a:gd name="connsiteY37" fmla="*/ 1070435 h 1088703"/>
              <a:gd name="connsiteX38" fmla="*/ 1109881 w 2892338"/>
              <a:gd name="connsiteY38" fmla="*/ 1045164 h 1088703"/>
              <a:gd name="connsiteX39" fmla="*/ 1135152 w 2892338"/>
              <a:gd name="connsiteY39" fmla="*/ 1019893 h 1088703"/>
              <a:gd name="connsiteX40" fmla="*/ 950171 w 2892338"/>
              <a:gd name="connsiteY40" fmla="*/ 1019893 h 1088703"/>
              <a:gd name="connsiteX41" fmla="*/ 975442 w 2892338"/>
              <a:gd name="connsiteY41" fmla="*/ 1045164 h 1088703"/>
              <a:gd name="connsiteX42" fmla="*/ 950171 w 2892338"/>
              <a:gd name="connsiteY42" fmla="*/ 1070435 h 1088703"/>
              <a:gd name="connsiteX43" fmla="*/ 924900 w 2892338"/>
              <a:gd name="connsiteY43" fmla="*/ 1045164 h 1088703"/>
              <a:gd name="connsiteX44" fmla="*/ 950171 w 2892338"/>
              <a:gd name="connsiteY44" fmla="*/ 1019893 h 1088703"/>
              <a:gd name="connsiteX45" fmla="*/ 765191 w 2892338"/>
              <a:gd name="connsiteY45" fmla="*/ 1019893 h 1088703"/>
              <a:gd name="connsiteX46" fmla="*/ 790462 w 2892338"/>
              <a:gd name="connsiteY46" fmla="*/ 1045164 h 1088703"/>
              <a:gd name="connsiteX47" fmla="*/ 765191 w 2892338"/>
              <a:gd name="connsiteY47" fmla="*/ 1070435 h 1088703"/>
              <a:gd name="connsiteX48" fmla="*/ 739920 w 2892338"/>
              <a:gd name="connsiteY48" fmla="*/ 1045164 h 1088703"/>
              <a:gd name="connsiteX49" fmla="*/ 765191 w 2892338"/>
              <a:gd name="connsiteY49" fmla="*/ 1019893 h 1088703"/>
              <a:gd name="connsiteX50" fmla="*/ 580212 w 2892338"/>
              <a:gd name="connsiteY50" fmla="*/ 1019893 h 1088703"/>
              <a:gd name="connsiteX51" fmla="*/ 605483 w 2892338"/>
              <a:gd name="connsiteY51" fmla="*/ 1045164 h 1088703"/>
              <a:gd name="connsiteX52" fmla="*/ 580212 w 2892338"/>
              <a:gd name="connsiteY52" fmla="*/ 1070435 h 1088703"/>
              <a:gd name="connsiteX53" fmla="*/ 554941 w 2892338"/>
              <a:gd name="connsiteY53" fmla="*/ 1045164 h 1088703"/>
              <a:gd name="connsiteX54" fmla="*/ 580212 w 2892338"/>
              <a:gd name="connsiteY54" fmla="*/ 1019893 h 1088703"/>
              <a:gd name="connsiteX55" fmla="*/ 395232 w 2892338"/>
              <a:gd name="connsiteY55" fmla="*/ 1019893 h 1088703"/>
              <a:gd name="connsiteX56" fmla="*/ 420503 w 2892338"/>
              <a:gd name="connsiteY56" fmla="*/ 1045164 h 1088703"/>
              <a:gd name="connsiteX57" fmla="*/ 395232 w 2892338"/>
              <a:gd name="connsiteY57" fmla="*/ 1070435 h 1088703"/>
              <a:gd name="connsiteX58" fmla="*/ 369961 w 2892338"/>
              <a:gd name="connsiteY58" fmla="*/ 1045164 h 1088703"/>
              <a:gd name="connsiteX59" fmla="*/ 395232 w 2892338"/>
              <a:gd name="connsiteY59" fmla="*/ 1019893 h 1088703"/>
              <a:gd name="connsiteX60" fmla="*/ 210251 w 2892338"/>
              <a:gd name="connsiteY60" fmla="*/ 1019893 h 1088703"/>
              <a:gd name="connsiteX61" fmla="*/ 235522 w 2892338"/>
              <a:gd name="connsiteY61" fmla="*/ 1045164 h 1088703"/>
              <a:gd name="connsiteX62" fmla="*/ 210251 w 2892338"/>
              <a:gd name="connsiteY62" fmla="*/ 1070435 h 1088703"/>
              <a:gd name="connsiteX63" fmla="*/ 184980 w 2892338"/>
              <a:gd name="connsiteY63" fmla="*/ 1045164 h 1088703"/>
              <a:gd name="connsiteX64" fmla="*/ 210251 w 2892338"/>
              <a:gd name="connsiteY64" fmla="*/ 1019893 h 1088703"/>
              <a:gd name="connsiteX65" fmla="*/ 25271 w 2892338"/>
              <a:gd name="connsiteY65" fmla="*/ 1019893 h 1088703"/>
              <a:gd name="connsiteX66" fmla="*/ 50542 w 2892338"/>
              <a:gd name="connsiteY66" fmla="*/ 1045164 h 1088703"/>
              <a:gd name="connsiteX67" fmla="*/ 25271 w 2892338"/>
              <a:gd name="connsiteY67" fmla="*/ 1070435 h 1088703"/>
              <a:gd name="connsiteX68" fmla="*/ 0 w 2892338"/>
              <a:gd name="connsiteY68" fmla="*/ 1045164 h 1088703"/>
              <a:gd name="connsiteX69" fmla="*/ 25271 w 2892338"/>
              <a:gd name="connsiteY69" fmla="*/ 1019893 h 1088703"/>
              <a:gd name="connsiteX70" fmla="*/ 2867067 w 2892338"/>
              <a:gd name="connsiteY70" fmla="*/ 892462 h 1088703"/>
              <a:gd name="connsiteX71" fmla="*/ 2892338 w 2892338"/>
              <a:gd name="connsiteY71" fmla="*/ 917733 h 1088703"/>
              <a:gd name="connsiteX72" fmla="*/ 2867067 w 2892338"/>
              <a:gd name="connsiteY72" fmla="*/ 943004 h 1088703"/>
              <a:gd name="connsiteX73" fmla="*/ 2841796 w 2892338"/>
              <a:gd name="connsiteY73" fmla="*/ 917733 h 1088703"/>
              <a:gd name="connsiteX74" fmla="*/ 2867067 w 2892338"/>
              <a:gd name="connsiteY74" fmla="*/ 892462 h 1088703"/>
              <a:gd name="connsiteX75" fmla="*/ 2682086 w 2892338"/>
              <a:gd name="connsiteY75" fmla="*/ 892462 h 1088703"/>
              <a:gd name="connsiteX76" fmla="*/ 2707357 w 2892338"/>
              <a:gd name="connsiteY76" fmla="*/ 917733 h 1088703"/>
              <a:gd name="connsiteX77" fmla="*/ 2682086 w 2892338"/>
              <a:gd name="connsiteY77" fmla="*/ 943004 h 1088703"/>
              <a:gd name="connsiteX78" fmla="*/ 2656815 w 2892338"/>
              <a:gd name="connsiteY78" fmla="*/ 917733 h 1088703"/>
              <a:gd name="connsiteX79" fmla="*/ 2682086 w 2892338"/>
              <a:gd name="connsiteY79" fmla="*/ 892462 h 1088703"/>
              <a:gd name="connsiteX80" fmla="*/ 2497106 w 2892338"/>
              <a:gd name="connsiteY80" fmla="*/ 892462 h 1088703"/>
              <a:gd name="connsiteX81" fmla="*/ 2522377 w 2892338"/>
              <a:gd name="connsiteY81" fmla="*/ 917733 h 1088703"/>
              <a:gd name="connsiteX82" fmla="*/ 2497106 w 2892338"/>
              <a:gd name="connsiteY82" fmla="*/ 943004 h 1088703"/>
              <a:gd name="connsiteX83" fmla="*/ 2471835 w 2892338"/>
              <a:gd name="connsiteY83" fmla="*/ 917733 h 1088703"/>
              <a:gd name="connsiteX84" fmla="*/ 2497106 w 2892338"/>
              <a:gd name="connsiteY84" fmla="*/ 892462 h 1088703"/>
              <a:gd name="connsiteX85" fmla="*/ 2312127 w 2892338"/>
              <a:gd name="connsiteY85" fmla="*/ 892462 h 1088703"/>
              <a:gd name="connsiteX86" fmla="*/ 2337398 w 2892338"/>
              <a:gd name="connsiteY86" fmla="*/ 917733 h 1088703"/>
              <a:gd name="connsiteX87" fmla="*/ 2312127 w 2892338"/>
              <a:gd name="connsiteY87" fmla="*/ 943004 h 1088703"/>
              <a:gd name="connsiteX88" fmla="*/ 2286856 w 2892338"/>
              <a:gd name="connsiteY88" fmla="*/ 917733 h 1088703"/>
              <a:gd name="connsiteX89" fmla="*/ 2312127 w 2892338"/>
              <a:gd name="connsiteY89" fmla="*/ 892462 h 1088703"/>
              <a:gd name="connsiteX90" fmla="*/ 2127147 w 2892338"/>
              <a:gd name="connsiteY90" fmla="*/ 892462 h 1088703"/>
              <a:gd name="connsiteX91" fmla="*/ 2152418 w 2892338"/>
              <a:gd name="connsiteY91" fmla="*/ 917733 h 1088703"/>
              <a:gd name="connsiteX92" fmla="*/ 2127147 w 2892338"/>
              <a:gd name="connsiteY92" fmla="*/ 943004 h 1088703"/>
              <a:gd name="connsiteX93" fmla="*/ 2101876 w 2892338"/>
              <a:gd name="connsiteY93" fmla="*/ 917733 h 1088703"/>
              <a:gd name="connsiteX94" fmla="*/ 2127147 w 2892338"/>
              <a:gd name="connsiteY94" fmla="*/ 892462 h 1088703"/>
              <a:gd name="connsiteX95" fmla="*/ 1942166 w 2892338"/>
              <a:gd name="connsiteY95" fmla="*/ 892462 h 1088703"/>
              <a:gd name="connsiteX96" fmla="*/ 1967437 w 2892338"/>
              <a:gd name="connsiteY96" fmla="*/ 917733 h 1088703"/>
              <a:gd name="connsiteX97" fmla="*/ 1942166 w 2892338"/>
              <a:gd name="connsiteY97" fmla="*/ 943004 h 1088703"/>
              <a:gd name="connsiteX98" fmla="*/ 1916895 w 2892338"/>
              <a:gd name="connsiteY98" fmla="*/ 917733 h 1088703"/>
              <a:gd name="connsiteX99" fmla="*/ 1942166 w 2892338"/>
              <a:gd name="connsiteY99" fmla="*/ 892462 h 1088703"/>
              <a:gd name="connsiteX100" fmla="*/ 1757186 w 2892338"/>
              <a:gd name="connsiteY100" fmla="*/ 892462 h 1088703"/>
              <a:gd name="connsiteX101" fmla="*/ 1782457 w 2892338"/>
              <a:gd name="connsiteY101" fmla="*/ 917733 h 1088703"/>
              <a:gd name="connsiteX102" fmla="*/ 1757186 w 2892338"/>
              <a:gd name="connsiteY102" fmla="*/ 943004 h 1088703"/>
              <a:gd name="connsiteX103" fmla="*/ 1731915 w 2892338"/>
              <a:gd name="connsiteY103" fmla="*/ 917733 h 1088703"/>
              <a:gd name="connsiteX104" fmla="*/ 1757186 w 2892338"/>
              <a:gd name="connsiteY104" fmla="*/ 892462 h 1088703"/>
              <a:gd name="connsiteX105" fmla="*/ 1135152 w 2892338"/>
              <a:gd name="connsiteY105" fmla="*/ 874194 h 1088703"/>
              <a:gd name="connsiteX106" fmla="*/ 1160423 w 2892338"/>
              <a:gd name="connsiteY106" fmla="*/ 899465 h 1088703"/>
              <a:gd name="connsiteX107" fmla="*/ 1135152 w 2892338"/>
              <a:gd name="connsiteY107" fmla="*/ 924736 h 1088703"/>
              <a:gd name="connsiteX108" fmla="*/ 1109881 w 2892338"/>
              <a:gd name="connsiteY108" fmla="*/ 899465 h 1088703"/>
              <a:gd name="connsiteX109" fmla="*/ 1135152 w 2892338"/>
              <a:gd name="connsiteY109" fmla="*/ 874194 h 1088703"/>
              <a:gd name="connsiteX110" fmla="*/ 950171 w 2892338"/>
              <a:gd name="connsiteY110" fmla="*/ 874194 h 1088703"/>
              <a:gd name="connsiteX111" fmla="*/ 975442 w 2892338"/>
              <a:gd name="connsiteY111" fmla="*/ 899465 h 1088703"/>
              <a:gd name="connsiteX112" fmla="*/ 950171 w 2892338"/>
              <a:gd name="connsiteY112" fmla="*/ 924736 h 1088703"/>
              <a:gd name="connsiteX113" fmla="*/ 924900 w 2892338"/>
              <a:gd name="connsiteY113" fmla="*/ 899465 h 1088703"/>
              <a:gd name="connsiteX114" fmla="*/ 950171 w 2892338"/>
              <a:gd name="connsiteY114" fmla="*/ 874194 h 1088703"/>
              <a:gd name="connsiteX115" fmla="*/ 765191 w 2892338"/>
              <a:gd name="connsiteY115" fmla="*/ 874194 h 1088703"/>
              <a:gd name="connsiteX116" fmla="*/ 790462 w 2892338"/>
              <a:gd name="connsiteY116" fmla="*/ 899465 h 1088703"/>
              <a:gd name="connsiteX117" fmla="*/ 765191 w 2892338"/>
              <a:gd name="connsiteY117" fmla="*/ 924736 h 1088703"/>
              <a:gd name="connsiteX118" fmla="*/ 739920 w 2892338"/>
              <a:gd name="connsiteY118" fmla="*/ 899465 h 1088703"/>
              <a:gd name="connsiteX119" fmla="*/ 765191 w 2892338"/>
              <a:gd name="connsiteY119" fmla="*/ 874194 h 1088703"/>
              <a:gd name="connsiteX120" fmla="*/ 580212 w 2892338"/>
              <a:gd name="connsiteY120" fmla="*/ 874194 h 1088703"/>
              <a:gd name="connsiteX121" fmla="*/ 605483 w 2892338"/>
              <a:gd name="connsiteY121" fmla="*/ 899465 h 1088703"/>
              <a:gd name="connsiteX122" fmla="*/ 580212 w 2892338"/>
              <a:gd name="connsiteY122" fmla="*/ 924736 h 1088703"/>
              <a:gd name="connsiteX123" fmla="*/ 554942 w 2892338"/>
              <a:gd name="connsiteY123" fmla="*/ 899465 h 1088703"/>
              <a:gd name="connsiteX124" fmla="*/ 580212 w 2892338"/>
              <a:gd name="connsiteY124" fmla="*/ 874194 h 1088703"/>
              <a:gd name="connsiteX125" fmla="*/ 395232 w 2892338"/>
              <a:gd name="connsiteY125" fmla="*/ 874194 h 1088703"/>
              <a:gd name="connsiteX126" fmla="*/ 420503 w 2892338"/>
              <a:gd name="connsiteY126" fmla="*/ 899465 h 1088703"/>
              <a:gd name="connsiteX127" fmla="*/ 395232 w 2892338"/>
              <a:gd name="connsiteY127" fmla="*/ 924736 h 1088703"/>
              <a:gd name="connsiteX128" fmla="*/ 369961 w 2892338"/>
              <a:gd name="connsiteY128" fmla="*/ 899465 h 1088703"/>
              <a:gd name="connsiteX129" fmla="*/ 395232 w 2892338"/>
              <a:gd name="connsiteY129" fmla="*/ 874194 h 1088703"/>
              <a:gd name="connsiteX130" fmla="*/ 210251 w 2892338"/>
              <a:gd name="connsiteY130" fmla="*/ 874194 h 1088703"/>
              <a:gd name="connsiteX131" fmla="*/ 235522 w 2892338"/>
              <a:gd name="connsiteY131" fmla="*/ 899465 h 1088703"/>
              <a:gd name="connsiteX132" fmla="*/ 210251 w 2892338"/>
              <a:gd name="connsiteY132" fmla="*/ 924736 h 1088703"/>
              <a:gd name="connsiteX133" fmla="*/ 184980 w 2892338"/>
              <a:gd name="connsiteY133" fmla="*/ 899465 h 1088703"/>
              <a:gd name="connsiteX134" fmla="*/ 210251 w 2892338"/>
              <a:gd name="connsiteY134" fmla="*/ 874194 h 1088703"/>
              <a:gd name="connsiteX135" fmla="*/ 25272 w 2892338"/>
              <a:gd name="connsiteY135" fmla="*/ 874194 h 1088703"/>
              <a:gd name="connsiteX136" fmla="*/ 50543 w 2892338"/>
              <a:gd name="connsiteY136" fmla="*/ 899465 h 1088703"/>
              <a:gd name="connsiteX137" fmla="*/ 25272 w 2892338"/>
              <a:gd name="connsiteY137" fmla="*/ 924736 h 1088703"/>
              <a:gd name="connsiteX138" fmla="*/ 1 w 2892338"/>
              <a:gd name="connsiteY138" fmla="*/ 899465 h 1088703"/>
              <a:gd name="connsiteX139" fmla="*/ 25272 w 2892338"/>
              <a:gd name="connsiteY139" fmla="*/ 874194 h 1088703"/>
              <a:gd name="connsiteX140" fmla="*/ 2867067 w 2892338"/>
              <a:gd name="connsiteY140" fmla="*/ 746763 h 1088703"/>
              <a:gd name="connsiteX141" fmla="*/ 2892338 w 2892338"/>
              <a:gd name="connsiteY141" fmla="*/ 772034 h 1088703"/>
              <a:gd name="connsiteX142" fmla="*/ 2867067 w 2892338"/>
              <a:gd name="connsiteY142" fmla="*/ 797305 h 1088703"/>
              <a:gd name="connsiteX143" fmla="*/ 2841796 w 2892338"/>
              <a:gd name="connsiteY143" fmla="*/ 772034 h 1088703"/>
              <a:gd name="connsiteX144" fmla="*/ 2867067 w 2892338"/>
              <a:gd name="connsiteY144" fmla="*/ 746763 h 1088703"/>
              <a:gd name="connsiteX145" fmla="*/ 2682086 w 2892338"/>
              <a:gd name="connsiteY145" fmla="*/ 746763 h 1088703"/>
              <a:gd name="connsiteX146" fmla="*/ 2707357 w 2892338"/>
              <a:gd name="connsiteY146" fmla="*/ 772034 h 1088703"/>
              <a:gd name="connsiteX147" fmla="*/ 2682086 w 2892338"/>
              <a:gd name="connsiteY147" fmla="*/ 797305 h 1088703"/>
              <a:gd name="connsiteX148" fmla="*/ 2656815 w 2892338"/>
              <a:gd name="connsiteY148" fmla="*/ 772034 h 1088703"/>
              <a:gd name="connsiteX149" fmla="*/ 2682086 w 2892338"/>
              <a:gd name="connsiteY149" fmla="*/ 746763 h 1088703"/>
              <a:gd name="connsiteX150" fmla="*/ 2497106 w 2892338"/>
              <a:gd name="connsiteY150" fmla="*/ 746763 h 1088703"/>
              <a:gd name="connsiteX151" fmla="*/ 2522377 w 2892338"/>
              <a:gd name="connsiteY151" fmla="*/ 772034 h 1088703"/>
              <a:gd name="connsiteX152" fmla="*/ 2497106 w 2892338"/>
              <a:gd name="connsiteY152" fmla="*/ 797305 h 1088703"/>
              <a:gd name="connsiteX153" fmla="*/ 2471835 w 2892338"/>
              <a:gd name="connsiteY153" fmla="*/ 772034 h 1088703"/>
              <a:gd name="connsiteX154" fmla="*/ 2497106 w 2892338"/>
              <a:gd name="connsiteY154" fmla="*/ 746763 h 1088703"/>
              <a:gd name="connsiteX155" fmla="*/ 2312127 w 2892338"/>
              <a:gd name="connsiteY155" fmla="*/ 746763 h 1088703"/>
              <a:gd name="connsiteX156" fmla="*/ 2337398 w 2892338"/>
              <a:gd name="connsiteY156" fmla="*/ 772034 h 1088703"/>
              <a:gd name="connsiteX157" fmla="*/ 2312127 w 2892338"/>
              <a:gd name="connsiteY157" fmla="*/ 797305 h 1088703"/>
              <a:gd name="connsiteX158" fmla="*/ 2286856 w 2892338"/>
              <a:gd name="connsiteY158" fmla="*/ 772034 h 1088703"/>
              <a:gd name="connsiteX159" fmla="*/ 2312127 w 2892338"/>
              <a:gd name="connsiteY159" fmla="*/ 746763 h 1088703"/>
              <a:gd name="connsiteX160" fmla="*/ 2127147 w 2892338"/>
              <a:gd name="connsiteY160" fmla="*/ 746763 h 1088703"/>
              <a:gd name="connsiteX161" fmla="*/ 2152418 w 2892338"/>
              <a:gd name="connsiteY161" fmla="*/ 772034 h 1088703"/>
              <a:gd name="connsiteX162" fmla="*/ 2127147 w 2892338"/>
              <a:gd name="connsiteY162" fmla="*/ 797305 h 1088703"/>
              <a:gd name="connsiteX163" fmla="*/ 2101876 w 2892338"/>
              <a:gd name="connsiteY163" fmla="*/ 772034 h 1088703"/>
              <a:gd name="connsiteX164" fmla="*/ 2127147 w 2892338"/>
              <a:gd name="connsiteY164" fmla="*/ 746763 h 1088703"/>
              <a:gd name="connsiteX165" fmla="*/ 1942166 w 2892338"/>
              <a:gd name="connsiteY165" fmla="*/ 746763 h 1088703"/>
              <a:gd name="connsiteX166" fmla="*/ 1967437 w 2892338"/>
              <a:gd name="connsiteY166" fmla="*/ 772034 h 1088703"/>
              <a:gd name="connsiteX167" fmla="*/ 1942166 w 2892338"/>
              <a:gd name="connsiteY167" fmla="*/ 797305 h 1088703"/>
              <a:gd name="connsiteX168" fmla="*/ 1916895 w 2892338"/>
              <a:gd name="connsiteY168" fmla="*/ 772034 h 1088703"/>
              <a:gd name="connsiteX169" fmla="*/ 1942166 w 2892338"/>
              <a:gd name="connsiteY169" fmla="*/ 746763 h 1088703"/>
              <a:gd name="connsiteX170" fmla="*/ 1757186 w 2892338"/>
              <a:gd name="connsiteY170" fmla="*/ 746763 h 1088703"/>
              <a:gd name="connsiteX171" fmla="*/ 1782457 w 2892338"/>
              <a:gd name="connsiteY171" fmla="*/ 772034 h 1088703"/>
              <a:gd name="connsiteX172" fmla="*/ 1757186 w 2892338"/>
              <a:gd name="connsiteY172" fmla="*/ 797305 h 1088703"/>
              <a:gd name="connsiteX173" fmla="*/ 1731915 w 2892338"/>
              <a:gd name="connsiteY173" fmla="*/ 772034 h 1088703"/>
              <a:gd name="connsiteX174" fmla="*/ 1757186 w 2892338"/>
              <a:gd name="connsiteY174" fmla="*/ 746763 h 1088703"/>
              <a:gd name="connsiteX175" fmla="*/ 1135152 w 2892338"/>
              <a:gd name="connsiteY175" fmla="*/ 728495 h 1088703"/>
              <a:gd name="connsiteX176" fmla="*/ 1160423 w 2892338"/>
              <a:gd name="connsiteY176" fmla="*/ 753766 h 1088703"/>
              <a:gd name="connsiteX177" fmla="*/ 1135152 w 2892338"/>
              <a:gd name="connsiteY177" fmla="*/ 779037 h 1088703"/>
              <a:gd name="connsiteX178" fmla="*/ 1109881 w 2892338"/>
              <a:gd name="connsiteY178" fmla="*/ 753766 h 1088703"/>
              <a:gd name="connsiteX179" fmla="*/ 1135152 w 2892338"/>
              <a:gd name="connsiteY179" fmla="*/ 728495 h 1088703"/>
              <a:gd name="connsiteX180" fmla="*/ 950172 w 2892338"/>
              <a:gd name="connsiteY180" fmla="*/ 728495 h 1088703"/>
              <a:gd name="connsiteX181" fmla="*/ 975442 w 2892338"/>
              <a:gd name="connsiteY181" fmla="*/ 753766 h 1088703"/>
              <a:gd name="connsiteX182" fmla="*/ 950172 w 2892338"/>
              <a:gd name="connsiteY182" fmla="*/ 779037 h 1088703"/>
              <a:gd name="connsiteX183" fmla="*/ 924901 w 2892338"/>
              <a:gd name="connsiteY183" fmla="*/ 753766 h 1088703"/>
              <a:gd name="connsiteX184" fmla="*/ 950172 w 2892338"/>
              <a:gd name="connsiteY184" fmla="*/ 728495 h 1088703"/>
              <a:gd name="connsiteX185" fmla="*/ 765192 w 2892338"/>
              <a:gd name="connsiteY185" fmla="*/ 728495 h 1088703"/>
              <a:gd name="connsiteX186" fmla="*/ 790463 w 2892338"/>
              <a:gd name="connsiteY186" fmla="*/ 753766 h 1088703"/>
              <a:gd name="connsiteX187" fmla="*/ 765192 w 2892338"/>
              <a:gd name="connsiteY187" fmla="*/ 779037 h 1088703"/>
              <a:gd name="connsiteX188" fmla="*/ 739920 w 2892338"/>
              <a:gd name="connsiteY188" fmla="*/ 753766 h 1088703"/>
              <a:gd name="connsiteX189" fmla="*/ 765192 w 2892338"/>
              <a:gd name="connsiteY189" fmla="*/ 728495 h 1088703"/>
              <a:gd name="connsiteX190" fmla="*/ 580213 w 2892338"/>
              <a:gd name="connsiteY190" fmla="*/ 728495 h 1088703"/>
              <a:gd name="connsiteX191" fmla="*/ 605484 w 2892338"/>
              <a:gd name="connsiteY191" fmla="*/ 753766 h 1088703"/>
              <a:gd name="connsiteX192" fmla="*/ 580213 w 2892338"/>
              <a:gd name="connsiteY192" fmla="*/ 779037 h 1088703"/>
              <a:gd name="connsiteX193" fmla="*/ 554942 w 2892338"/>
              <a:gd name="connsiteY193" fmla="*/ 753766 h 1088703"/>
              <a:gd name="connsiteX194" fmla="*/ 580213 w 2892338"/>
              <a:gd name="connsiteY194" fmla="*/ 728495 h 1088703"/>
              <a:gd name="connsiteX195" fmla="*/ 395233 w 2892338"/>
              <a:gd name="connsiteY195" fmla="*/ 728495 h 1088703"/>
              <a:gd name="connsiteX196" fmla="*/ 420504 w 2892338"/>
              <a:gd name="connsiteY196" fmla="*/ 753766 h 1088703"/>
              <a:gd name="connsiteX197" fmla="*/ 395233 w 2892338"/>
              <a:gd name="connsiteY197" fmla="*/ 779037 h 1088703"/>
              <a:gd name="connsiteX198" fmla="*/ 369962 w 2892338"/>
              <a:gd name="connsiteY198" fmla="*/ 753766 h 1088703"/>
              <a:gd name="connsiteX199" fmla="*/ 395233 w 2892338"/>
              <a:gd name="connsiteY199" fmla="*/ 728495 h 1088703"/>
              <a:gd name="connsiteX200" fmla="*/ 210252 w 2892338"/>
              <a:gd name="connsiteY200" fmla="*/ 728495 h 1088703"/>
              <a:gd name="connsiteX201" fmla="*/ 235523 w 2892338"/>
              <a:gd name="connsiteY201" fmla="*/ 753766 h 1088703"/>
              <a:gd name="connsiteX202" fmla="*/ 210252 w 2892338"/>
              <a:gd name="connsiteY202" fmla="*/ 779037 h 1088703"/>
              <a:gd name="connsiteX203" fmla="*/ 184981 w 2892338"/>
              <a:gd name="connsiteY203" fmla="*/ 753766 h 1088703"/>
              <a:gd name="connsiteX204" fmla="*/ 210252 w 2892338"/>
              <a:gd name="connsiteY204" fmla="*/ 728495 h 1088703"/>
              <a:gd name="connsiteX205" fmla="*/ 25272 w 2892338"/>
              <a:gd name="connsiteY205" fmla="*/ 728495 h 1088703"/>
              <a:gd name="connsiteX206" fmla="*/ 50543 w 2892338"/>
              <a:gd name="connsiteY206" fmla="*/ 753766 h 1088703"/>
              <a:gd name="connsiteX207" fmla="*/ 25272 w 2892338"/>
              <a:gd name="connsiteY207" fmla="*/ 779037 h 1088703"/>
              <a:gd name="connsiteX208" fmla="*/ 1 w 2892338"/>
              <a:gd name="connsiteY208" fmla="*/ 753766 h 1088703"/>
              <a:gd name="connsiteX209" fmla="*/ 25272 w 2892338"/>
              <a:gd name="connsiteY209" fmla="*/ 728495 h 1088703"/>
              <a:gd name="connsiteX210" fmla="*/ 2867067 w 2892338"/>
              <a:gd name="connsiteY210" fmla="*/ 601064 h 1088703"/>
              <a:gd name="connsiteX211" fmla="*/ 2892338 w 2892338"/>
              <a:gd name="connsiteY211" fmla="*/ 626335 h 1088703"/>
              <a:gd name="connsiteX212" fmla="*/ 2867067 w 2892338"/>
              <a:gd name="connsiteY212" fmla="*/ 651606 h 1088703"/>
              <a:gd name="connsiteX213" fmla="*/ 2841796 w 2892338"/>
              <a:gd name="connsiteY213" fmla="*/ 626335 h 1088703"/>
              <a:gd name="connsiteX214" fmla="*/ 2867067 w 2892338"/>
              <a:gd name="connsiteY214" fmla="*/ 601064 h 1088703"/>
              <a:gd name="connsiteX215" fmla="*/ 2682086 w 2892338"/>
              <a:gd name="connsiteY215" fmla="*/ 601064 h 1088703"/>
              <a:gd name="connsiteX216" fmla="*/ 2707357 w 2892338"/>
              <a:gd name="connsiteY216" fmla="*/ 626335 h 1088703"/>
              <a:gd name="connsiteX217" fmla="*/ 2682086 w 2892338"/>
              <a:gd name="connsiteY217" fmla="*/ 651606 h 1088703"/>
              <a:gd name="connsiteX218" fmla="*/ 2656815 w 2892338"/>
              <a:gd name="connsiteY218" fmla="*/ 626335 h 1088703"/>
              <a:gd name="connsiteX219" fmla="*/ 2682086 w 2892338"/>
              <a:gd name="connsiteY219" fmla="*/ 601064 h 1088703"/>
              <a:gd name="connsiteX220" fmla="*/ 2497106 w 2892338"/>
              <a:gd name="connsiteY220" fmla="*/ 601064 h 1088703"/>
              <a:gd name="connsiteX221" fmla="*/ 2522377 w 2892338"/>
              <a:gd name="connsiteY221" fmla="*/ 626335 h 1088703"/>
              <a:gd name="connsiteX222" fmla="*/ 2497106 w 2892338"/>
              <a:gd name="connsiteY222" fmla="*/ 651606 h 1088703"/>
              <a:gd name="connsiteX223" fmla="*/ 2471835 w 2892338"/>
              <a:gd name="connsiteY223" fmla="*/ 626335 h 1088703"/>
              <a:gd name="connsiteX224" fmla="*/ 2497106 w 2892338"/>
              <a:gd name="connsiteY224" fmla="*/ 601064 h 1088703"/>
              <a:gd name="connsiteX225" fmla="*/ 2312127 w 2892338"/>
              <a:gd name="connsiteY225" fmla="*/ 601064 h 1088703"/>
              <a:gd name="connsiteX226" fmla="*/ 2337398 w 2892338"/>
              <a:gd name="connsiteY226" fmla="*/ 626335 h 1088703"/>
              <a:gd name="connsiteX227" fmla="*/ 2312127 w 2892338"/>
              <a:gd name="connsiteY227" fmla="*/ 651606 h 1088703"/>
              <a:gd name="connsiteX228" fmla="*/ 2286856 w 2892338"/>
              <a:gd name="connsiteY228" fmla="*/ 626335 h 1088703"/>
              <a:gd name="connsiteX229" fmla="*/ 2312127 w 2892338"/>
              <a:gd name="connsiteY229" fmla="*/ 601064 h 1088703"/>
              <a:gd name="connsiteX230" fmla="*/ 2127147 w 2892338"/>
              <a:gd name="connsiteY230" fmla="*/ 601064 h 1088703"/>
              <a:gd name="connsiteX231" fmla="*/ 2152418 w 2892338"/>
              <a:gd name="connsiteY231" fmla="*/ 626335 h 1088703"/>
              <a:gd name="connsiteX232" fmla="*/ 2127147 w 2892338"/>
              <a:gd name="connsiteY232" fmla="*/ 651606 h 1088703"/>
              <a:gd name="connsiteX233" fmla="*/ 2101876 w 2892338"/>
              <a:gd name="connsiteY233" fmla="*/ 626335 h 1088703"/>
              <a:gd name="connsiteX234" fmla="*/ 2127147 w 2892338"/>
              <a:gd name="connsiteY234" fmla="*/ 601064 h 1088703"/>
              <a:gd name="connsiteX235" fmla="*/ 1942166 w 2892338"/>
              <a:gd name="connsiteY235" fmla="*/ 601064 h 1088703"/>
              <a:gd name="connsiteX236" fmla="*/ 1967437 w 2892338"/>
              <a:gd name="connsiteY236" fmla="*/ 626335 h 1088703"/>
              <a:gd name="connsiteX237" fmla="*/ 1942166 w 2892338"/>
              <a:gd name="connsiteY237" fmla="*/ 651606 h 1088703"/>
              <a:gd name="connsiteX238" fmla="*/ 1916895 w 2892338"/>
              <a:gd name="connsiteY238" fmla="*/ 626335 h 1088703"/>
              <a:gd name="connsiteX239" fmla="*/ 1942166 w 2892338"/>
              <a:gd name="connsiteY239" fmla="*/ 601064 h 1088703"/>
              <a:gd name="connsiteX240" fmla="*/ 1757186 w 2892338"/>
              <a:gd name="connsiteY240" fmla="*/ 601064 h 1088703"/>
              <a:gd name="connsiteX241" fmla="*/ 1782457 w 2892338"/>
              <a:gd name="connsiteY241" fmla="*/ 626335 h 1088703"/>
              <a:gd name="connsiteX242" fmla="*/ 1757186 w 2892338"/>
              <a:gd name="connsiteY242" fmla="*/ 651606 h 1088703"/>
              <a:gd name="connsiteX243" fmla="*/ 1731915 w 2892338"/>
              <a:gd name="connsiteY243" fmla="*/ 626335 h 1088703"/>
              <a:gd name="connsiteX244" fmla="*/ 1757186 w 2892338"/>
              <a:gd name="connsiteY244" fmla="*/ 601064 h 1088703"/>
              <a:gd name="connsiteX245" fmla="*/ 1135152 w 2892338"/>
              <a:gd name="connsiteY245" fmla="*/ 582796 h 1088703"/>
              <a:gd name="connsiteX246" fmla="*/ 1160423 w 2892338"/>
              <a:gd name="connsiteY246" fmla="*/ 608067 h 1088703"/>
              <a:gd name="connsiteX247" fmla="*/ 1135152 w 2892338"/>
              <a:gd name="connsiteY247" fmla="*/ 633338 h 1088703"/>
              <a:gd name="connsiteX248" fmla="*/ 1109881 w 2892338"/>
              <a:gd name="connsiteY248" fmla="*/ 608067 h 1088703"/>
              <a:gd name="connsiteX249" fmla="*/ 1135152 w 2892338"/>
              <a:gd name="connsiteY249" fmla="*/ 582796 h 1088703"/>
              <a:gd name="connsiteX250" fmla="*/ 950172 w 2892338"/>
              <a:gd name="connsiteY250" fmla="*/ 582796 h 1088703"/>
              <a:gd name="connsiteX251" fmla="*/ 975442 w 2892338"/>
              <a:gd name="connsiteY251" fmla="*/ 608067 h 1088703"/>
              <a:gd name="connsiteX252" fmla="*/ 950172 w 2892338"/>
              <a:gd name="connsiteY252" fmla="*/ 633338 h 1088703"/>
              <a:gd name="connsiteX253" fmla="*/ 924901 w 2892338"/>
              <a:gd name="connsiteY253" fmla="*/ 608067 h 1088703"/>
              <a:gd name="connsiteX254" fmla="*/ 950172 w 2892338"/>
              <a:gd name="connsiteY254" fmla="*/ 582796 h 1088703"/>
              <a:gd name="connsiteX255" fmla="*/ 765192 w 2892338"/>
              <a:gd name="connsiteY255" fmla="*/ 582796 h 1088703"/>
              <a:gd name="connsiteX256" fmla="*/ 790463 w 2892338"/>
              <a:gd name="connsiteY256" fmla="*/ 608067 h 1088703"/>
              <a:gd name="connsiteX257" fmla="*/ 765192 w 2892338"/>
              <a:gd name="connsiteY257" fmla="*/ 633338 h 1088703"/>
              <a:gd name="connsiteX258" fmla="*/ 739921 w 2892338"/>
              <a:gd name="connsiteY258" fmla="*/ 608067 h 1088703"/>
              <a:gd name="connsiteX259" fmla="*/ 765192 w 2892338"/>
              <a:gd name="connsiteY259" fmla="*/ 582796 h 1088703"/>
              <a:gd name="connsiteX260" fmla="*/ 580213 w 2892338"/>
              <a:gd name="connsiteY260" fmla="*/ 582796 h 1088703"/>
              <a:gd name="connsiteX261" fmla="*/ 605484 w 2892338"/>
              <a:gd name="connsiteY261" fmla="*/ 608067 h 1088703"/>
              <a:gd name="connsiteX262" fmla="*/ 580213 w 2892338"/>
              <a:gd name="connsiteY262" fmla="*/ 633338 h 1088703"/>
              <a:gd name="connsiteX263" fmla="*/ 554942 w 2892338"/>
              <a:gd name="connsiteY263" fmla="*/ 608067 h 1088703"/>
              <a:gd name="connsiteX264" fmla="*/ 580213 w 2892338"/>
              <a:gd name="connsiteY264" fmla="*/ 582796 h 1088703"/>
              <a:gd name="connsiteX265" fmla="*/ 395233 w 2892338"/>
              <a:gd name="connsiteY265" fmla="*/ 582796 h 1088703"/>
              <a:gd name="connsiteX266" fmla="*/ 420504 w 2892338"/>
              <a:gd name="connsiteY266" fmla="*/ 608067 h 1088703"/>
              <a:gd name="connsiteX267" fmla="*/ 395233 w 2892338"/>
              <a:gd name="connsiteY267" fmla="*/ 633338 h 1088703"/>
              <a:gd name="connsiteX268" fmla="*/ 369962 w 2892338"/>
              <a:gd name="connsiteY268" fmla="*/ 608067 h 1088703"/>
              <a:gd name="connsiteX269" fmla="*/ 395233 w 2892338"/>
              <a:gd name="connsiteY269" fmla="*/ 582796 h 1088703"/>
              <a:gd name="connsiteX270" fmla="*/ 210252 w 2892338"/>
              <a:gd name="connsiteY270" fmla="*/ 582796 h 1088703"/>
              <a:gd name="connsiteX271" fmla="*/ 235523 w 2892338"/>
              <a:gd name="connsiteY271" fmla="*/ 608067 h 1088703"/>
              <a:gd name="connsiteX272" fmla="*/ 210252 w 2892338"/>
              <a:gd name="connsiteY272" fmla="*/ 633338 h 1088703"/>
              <a:gd name="connsiteX273" fmla="*/ 184981 w 2892338"/>
              <a:gd name="connsiteY273" fmla="*/ 608067 h 1088703"/>
              <a:gd name="connsiteX274" fmla="*/ 210252 w 2892338"/>
              <a:gd name="connsiteY274" fmla="*/ 582796 h 1088703"/>
              <a:gd name="connsiteX275" fmla="*/ 25272 w 2892338"/>
              <a:gd name="connsiteY275" fmla="*/ 582796 h 1088703"/>
              <a:gd name="connsiteX276" fmla="*/ 50543 w 2892338"/>
              <a:gd name="connsiteY276" fmla="*/ 608067 h 1088703"/>
              <a:gd name="connsiteX277" fmla="*/ 25272 w 2892338"/>
              <a:gd name="connsiteY277" fmla="*/ 633338 h 1088703"/>
              <a:gd name="connsiteX278" fmla="*/ 1 w 2892338"/>
              <a:gd name="connsiteY278" fmla="*/ 608067 h 1088703"/>
              <a:gd name="connsiteX279" fmla="*/ 25272 w 2892338"/>
              <a:gd name="connsiteY279" fmla="*/ 582796 h 1088703"/>
              <a:gd name="connsiteX280" fmla="*/ 2867067 w 2892338"/>
              <a:gd name="connsiteY280" fmla="*/ 455365 h 1088703"/>
              <a:gd name="connsiteX281" fmla="*/ 2892338 w 2892338"/>
              <a:gd name="connsiteY281" fmla="*/ 480635 h 1088703"/>
              <a:gd name="connsiteX282" fmla="*/ 2867067 w 2892338"/>
              <a:gd name="connsiteY282" fmla="*/ 505906 h 1088703"/>
              <a:gd name="connsiteX283" fmla="*/ 2841796 w 2892338"/>
              <a:gd name="connsiteY283" fmla="*/ 480635 h 1088703"/>
              <a:gd name="connsiteX284" fmla="*/ 2867067 w 2892338"/>
              <a:gd name="connsiteY284" fmla="*/ 455365 h 1088703"/>
              <a:gd name="connsiteX285" fmla="*/ 2682086 w 2892338"/>
              <a:gd name="connsiteY285" fmla="*/ 455365 h 1088703"/>
              <a:gd name="connsiteX286" fmla="*/ 2707357 w 2892338"/>
              <a:gd name="connsiteY286" fmla="*/ 480635 h 1088703"/>
              <a:gd name="connsiteX287" fmla="*/ 2682086 w 2892338"/>
              <a:gd name="connsiteY287" fmla="*/ 505906 h 1088703"/>
              <a:gd name="connsiteX288" fmla="*/ 2656815 w 2892338"/>
              <a:gd name="connsiteY288" fmla="*/ 480635 h 1088703"/>
              <a:gd name="connsiteX289" fmla="*/ 2682086 w 2892338"/>
              <a:gd name="connsiteY289" fmla="*/ 455365 h 1088703"/>
              <a:gd name="connsiteX290" fmla="*/ 2497106 w 2892338"/>
              <a:gd name="connsiteY290" fmla="*/ 455365 h 1088703"/>
              <a:gd name="connsiteX291" fmla="*/ 2522377 w 2892338"/>
              <a:gd name="connsiteY291" fmla="*/ 480635 h 1088703"/>
              <a:gd name="connsiteX292" fmla="*/ 2497106 w 2892338"/>
              <a:gd name="connsiteY292" fmla="*/ 505906 h 1088703"/>
              <a:gd name="connsiteX293" fmla="*/ 2471835 w 2892338"/>
              <a:gd name="connsiteY293" fmla="*/ 480635 h 1088703"/>
              <a:gd name="connsiteX294" fmla="*/ 2497106 w 2892338"/>
              <a:gd name="connsiteY294" fmla="*/ 455365 h 1088703"/>
              <a:gd name="connsiteX295" fmla="*/ 2312127 w 2892338"/>
              <a:gd name="connsiteY295" fmla="*/ 455365 h 1088703"/>
              <a:gd name="connsiteX296" fmla="*/ 2337398 w 2892338"/>
              <a:gd name="connsiteY296" fmla="*/ 480635 h 1088703"/>
              <a:gd name="connsiteX297" fmla="*/ 2312127 w 2892338"/>
              <a:gd name="connsiteY297" fmla="*/ 505906 h 1088703"/>
              <a:gd name="connsiteX298" fmla="*/ 2286856 w 2892338"/>
              <a:gd name="connsiteY298" fmla="*/ 480635 h 1088703"/>
              <a:gd name="connsiteX299" fmla="*/ 2312127 w 2892338"/>
              <a:gd name="connsiteY299" fmla="*/ 455365 h 1088703"/>
              <a:gd name="connsiteX300" fmla="*/ 2127147 w 2892338"/>
              <a:gd name="connsiteY300" fmla="*/ 455365 h 1088703"/>
              <a:gd name="connsiteX301" fmla="*/ 2152418 w 2892338"/>
              <a:gd name="connsiteY301" fmla="*/ 480635 h 1088703"/>
              <a:gd name="connsiteX302" fmla="*/ 2127147 w 2892338"/>
              <a:gd name="connsiteY302" fmla="*/ 505906 h 1088703"/>
              <a:gd name="connsiteX303" fmla="*/ 2101876 w 2892338"/>
              <a:gd name="connsiteY303" fmla="*/ 480635 h 1088703"/>
              <a:gd name="connsiteX304" fmla="*/ 2127147 w 2892338"/>
              <a:gd name="connsiteY304" fmla="*/ 455365 h 1088703"/>
              <a:gd name="connsiteX305" fmla="*/ 1942166 w 2892338"/>
              <a:gd name="connsiteY305" fmla="*/ 455365 h 1088703"/>
              <a:gd name="connsiteX306" fmla="*/ 1967437 w 2892338"/>
              <a:gd name="connsiteY306" fmla="*/ 480635 h 1088703"/>
              <a:gd name="connsiteX307" fmla="*/ 1942166 w 2892338"/>
              <a:gd name="connsiteY307" fmla="*/ 505906 h 1088703"/>
              <a:gd name="connsiteX308" fmla="*/ 1916895 w 2892338"/>
              <a:gd name="connsiteY308" fmla="*/ 480635 h 1088703"/>
              <a:gd name="connsiteX309" fmla="*/ 1942166 w 2892338"/>
              <a:gd name="connsiteY309" fmla="*/ 455365 h 1088703"/>
              <a:gd name="connsiteX310" fmla="*/ 1757186 w 2892338"/>
              <a:gd name="connsiteY310" fmla="*/ 455365 h 1088703"/>
              <a:gd name="connsiteX311" fmla="*/ 1782457 w 2892338"/>
              <a:gd name="connsiteY311" fmla="*/ 480635 h 1088703"/>
              <a:gd name="connsiteX312" fmla="*/ 1757186 w 2892338"/>
              <a:gd name="connsiteY312" fmla="*/ 505906 h 1088703"/>
              <a:gd name="connsiteX313" fmla="*/ 1731915 w 2892338"/>
              <a:gd name="connsiteY313" fmla="*/ 480635 h 1088703"/>
              <a:gd name="connsiteX314" fmla="*/ 1757186 w 2892338"/>
              <a:gd name="connsiteY314" fmla="*/ 455365 h 1088703"/>
              <a:gd name="connsiteX315" fmla="*/ 210252 w 2892338"/>
              <a:gd name="connsiteY315" fmla="*/ 437097 h 1088703"/>
              <a:gd name="connsiteX316" fmla="*/ 235523 w 2892338"/>
              <a:gd name="connsiteY316" fmla="*/ 462367 h 1088703"/>
              <a:gd name="connsiteX317" fmla="*/ 210252 w 2892338"/>
              <a:gd name="connsiteY317" fmla="*/ 487638 h 1088703"/>
              <a:gd name="connsiteX318" fmla="*/ 184981 w 2892338"/>
              <a:gd name="connsiteY318" fmla="*/ 462367 h 1088703"/>
              <a:gd name="connsiteX319" fmla="*/ 210252 w 2892338"/>
              <a:gd name="connsiteY319" fmla="*/ 437097 h 1088703"/>
              <a:gd name="connsiteX320" fmla="*/ 25272 w 2892338"/>
              <a:gd name="connsiteY320" fmla="*/ 437097 h 1088703"/>
              <a:gd name="connsiteX321" fmla="*/ 50543 w 2892338"/>
              <a:gd name="connsiteY321" fmla="*/ 462367 h 1088703"/>
              <a:gd name="connsiteX322" fmla="*/ 25272 w 2892338"/>
              <a:gd name="connsiteY322" fmla="*/ 487638 h 1088703"/>
              <a:gd name="connsiteX323" fmla="*/ 1 w 2892338"/>
              <a:gd name="connsiteY323" fmla="*/ 462367 h 1088703"/>
              <a:gd name="connsiteX324" fmla="*/ 25272 w 2892338"/>
              <a:gd name="connsiteY324" fmla="*/ 437097 h 1088703"/>
              <a:gd name="connsiteX325" fmla="*/ 950172 w 2892338"/>
              <a:gd name="connsiteY325" fmla="*/ 437096 h 1088703"/>
              <a:gd name="connsiteX326" fmla="*/ 975442 w 2892338"/>
              <a:gd name="connsiteY326" fmla="*/ 462367 h 1088703"/>
              <a:gd name="connsiteX327" fmla="*/ 950172 w 2892338"/>
              <a:gd name="connsiteY327" fmla="*/ 487638 h 1088703"/>
              <a:gd name="connsiteX328" fmla="*/ 924901 w 2892338"/>
              <a:gd name="connsiteY328" fmla="*/ 462367 h 1088703"/>
              <a:gd name="connsiteX329" fmla="*/ 950172 w 2892338"/>
              <a:gd name="connsiteY329" fmla="*/ 437096 h 1088703"/>
              <a:gd name="connsiteX330" fmla="*/ 765192 w 2892338"/>
              <a:gd name="connsiteY330" fmla="*/ 437096 h 1088703"/>
              <a:gd name="connsiteX331" fmla="*/ 790463 w 2892338"/>
              <a:gd name="connsiteY331" fmla="*/ 462367 h 1088703"/>
              <a:gd name="connsiteX332" fmla="*/ 765192 w 2892338"/>
              <a:gd name="connsiteY332" fmla="*/ 487638 h 1088703"/>
              <a:gd name="connsiteX333" fmla="*/ 739921 w 2892338"/>
              <a:gd name="connsiteY333" fmla="*/ 462367 h 1088703"/>
              <a:gd name="connsiteX334" fmla="*/ 765192 w 2892338"/>
              <a:gd name="connsiteY334" fmla="*/ 437096 h 1088703"/>
              <a:gd name="connsiteX335" fmla="*/ 580214 w 2892338"/>
              <a:gd name="connsiteY335" fmla="*/ 437096 h 1088703"/>
              <a:gd name="connsiteX336" fmla="*/ 605484 w 2892338"/>
              <a:gd name="connsiteY336" fmla="*/ 462367 h 1088703"/>
              <a:gd name="connsiteX337" fmla="*/ 580214 w 2892338"/>
              <a:gd name="connsiteY337" fmla="*/ 487638 h 1088703"/>
              <a:gd name="connsiteX338" fmla="*/ 554942 w 2892338"/>
              <a:gd name="connsiteY338" fmla="*/ 462367 h 1088703"/>
              <a:gd name="connsiteX339" fmla="*/ 580214 w 2892338"/>
              <a:gd name="connsiteY339" fmla="*/ 437096 h 1088703"/>
              <a:gd name="connsiteX340" fmla="*/ 395233 w 2892338"/>
              <a:gd name="connsiteY340" fmla="*/ 437096 h 1088703"/>
              <a:gd name="connsiteX341" fmla="*/ 420504 w 2892338"/>
              <a:gd name="connsiteY341" fmla="*/ 462367 h 1088703"/>
              <a:gd name="connsiteX342" fmla="*/ 395233 w 2892338"/>
              <a:gd name="connsiteY342" fmla="*/ 487638 h 1088703"/>
              <a:gd name="connsiteX343" fmla="*/ 369962 w 2892338"/>
              <a:gd name="connsiteY343" fmla="*/ 462367 h 1088703"/>
              <a:gd name="connsiteX344" fmla="*/ 395233 w 2892338"/>
              <a:gd name="connsiteY344" fmla="*/ 437096 h 1088703"/>
              <a:gd name="connsiteX345" fmla="*/ 1135152 w 2892338"/>
              <a:gd name="connsiteY345" fmla="*/ 437096 h 1088703"/>
              <a:gd name="connsiteX346" fmla="*/ 1160423 w 2892338"/>
              <a:gd name="connsiteY346" fmla="*/ 462367 h 1088703"/>
              <a:gd name="connsiteX347" fmla="*/ 1135152 w 2892338"/>
              <a:gd name="connsiteY347" fmla="*/ 487638 h 1088703"/>
              <a:gd name="connsiteX348" fmla="*/ 1109881 w 2892338"/>
              <a:gd name="connsiteY348" fmla="*/ 462367 h 1088703"/>
              <a:gd name="connsiteX349" fmla="*/ 1135152 w 2892338"/>
              <a:gd name="connsiteY349" fmla="*/ 437096 h 1088703"/>
              <a:gd name="connsiteX350" fmla="*/ 2497106 w 2892338"/>
              <a:gd name="connsiteY350" fmla="*/ 309666 h 1088703"/>
              <a:gd name="connsiteX351" fmla="*/ 2522377 w 2892338"/>
              <a:gd name="connsiteY351" fmla="*/ 334937 h 1088703"/>
              <a:gd name="connsiteX352" fmla="*/ 2497106 w 2892338"/>
              <a:gd name="connsiteY352" fmla="*/ 360209 h 1088703"/>
              <a:gd name="connsiteX353" fmla="*/ 2471835 w 2892338"/>
              <a:gd name="connsiteY353" fmla="*/ 334937 h 1088703"/>
              <a:gd name="connsiteX354" fmla="*/ 2497106 w 2892338"/>
              <a:gd name="connsiteY354" fmla="*/ 309666 h 1088703"/>
              <a:gd name="connsiteX355" fmla="*/ 2312127 w 2892338"/>
              <a:gd name="connsiteY355" fmla="*/ 309666 h 1088703"/>
              <a:gd name="connsiteX356" fmla="*/ 2337398 w 2892338"/>
              <a:gd name="connsiteY356" fmla="*/ 334937 h 1088703"/>
              <a:gd name="connsiteX357" fmla="*/ 2312127 w 2892338"/>
              <a:gd name="connsiteY357" fmla="*/ 360209 h 1088703"/>
              <a:gd name="connsiteX358" fmla="*/ 2286856 w 2892338"/>
              <a:gd name="connsiteY358" fmla="*/ 334937 h 1088703"/>
              <a:gd name="connsiteX359" fmla="*/ 2312127 w 2892338"/>
              <a:gd name="connsiteY359" fmla="*/ 309666 h 1088703"/>
              <a:gd name="connsiteX360" fmla="*/ 2127147 w 2892338"/>
              <a:gd name="connsiteY360" fmla="*/ 309666 h 1088703"/>
              <a:gd name="connsiteX361" fmla="*/ 2152418 w 2892338"/>
              <a:gd name="connsiteY361" fmla="*/ 334937 h 1088703"/>
              <a:gd name="connsiteX362" fmla="*/ 2127147 w 2892338"/>
              <a:gd name="connsiteY362" fmla="*/ 360209 h 1088703"/>
              <a:gd name="connsiteX363" fmla="*/ 2101876 w 2892338"/>
              <a:gd name="connsiteY363" fmla="*/ 334937 h 1088703"/>
              <a:gd name="connsiteX364" fmla="*/ 2127147 w 2892338"/>
              <a:gd name="connsiteY364" fmla="*/ 309666 h 1088703"/>
              <a:gd name="connsiteX365" fmla="*/ 1942166 w 2892338"/>
              <a:gd name="connsiteY365" fmla="*/ 309666 h 1088703"/>
              <a:gd name="connsiteX366" fmla="*/ 1967437 w 2892338"/>
              <a:gd name="connsiteY366" fmla="*/ 334937 h 1088703"/>
              <a:gd name="connsiteX367" fmla="*/ 1942166 w 2892338"/>
              <a:gd name="connsiteY367" fmla="*/ 360209 h 1088703"/>
              <a:gd name="connsiteX368" fmla="*/ 1916895 w 2892338"/>
              <a:gd name="connsiteY368" fmla="*/ 334937 h 1088703"/>
              <a:gd name="connsiteX369" fmla="*/ 1942166 w 2892338"/>
              <a:gd name="connsiteY369" fmla="*/ 309666 h 1088703"/>
              <a:gd name="connsiteX370" fmla="*/ 1757186 w 2892338"/>
              <a:gd name="connsiteY370" fmla="*/ 309666 h 1088703"/>
              <a:gd name="connsiteX371" fmla="*/ 1782457 w 2892338"/>
              <a:gd name="connsiteY371" fmla="*/ 334937 h 1088703"/>
              <a:gd name="connsiteX372" fmla="*/ 1757186 w 2892338"/>
              <a:gd name="connsiteY372" fmla="*/ 360209 h 1088703"/>
              <a:gd name="connsiteX373" fmla="*/ 1731915 w 2892338"/>
              <a:gd name="connsiteY373" fmla="*/ 334937 h 1088703"/>
              <a:gd name="connsiteX374" fmla="*/ 1757186 w 2892338"/>
              <a:gd name="connsiteY374" fmla="*/ 309666 h 1088703"/>
              <a:gd name="connsiteX375" fmla="*/ 2867067 w 2892338"/>
              <a:gd name="connsiteY375" fmla="*/ 309666 h 1088703"/>
              <a:gd name="connsiteX376" fmla="*/ 2892338 w 2892338"/>
              <a:gd name="connsiteY376" fmla="*/ 334937 h 1088703"/>
              <a:gd name="connsiteX377" fmla="*/ 2867067 w 2892338"/>
              <a:gd name="connsiteY377" fmla="*/ 360209 h 1088703"/>
              <a:gd name="connsiteX378" fmla="*/ 2841796 w 2892338"/>
              <a:gd name="connsiteY378" fmla="*/ 334937 h 1088703"/>
              <a:gd name="connsiteX379" fmla="*/ 2867067 w 2892338"/>
              <a:gd name="connsiteY379" fmla="*/ 309666 h 1088703"/>
              <a:gd name="connsiteX380" fmla="*/ 2682086 w 2892338"/>
              <a:gd name="connsiteY380" fmla="*/ 309666 h 1088703"/>
              <a:gd name="connsiteX381" fmla="*/ 2707357 w 2892338"/>
              <a:gd name="connsiteY381" fmla="*/ 334937 h 1088703"/>
              <a:gd name="connsiteX382" fmla="*/ 2682086 w 2892338"/>
              <a:gd name="connsiteY382" fmla="*/ 360209 h 1088703"/>
              <a:gd name="connsiteX383" fmla="*/ 2656815 w 2892338"/>
              <a:gd name="connsiteY383" fmla="*/ 334937 h 1088703"/>
              <a:gd name="connsiteX384" fmla="*/ 2682086 w 2892338"/>
              <a:gd name="connsiteY384" fmla="*/ 309666 h 1088703"/>
              <a:gd name="connsiteX385" fmla="*/ 580214 w 2892338"/>
              <a:gd name="connsiteY385" fmla="*/ 291398 h 1088703"/>
              <a:gd name="connsiteX386" fmla="*/ 605485 w 2892338"/>
              <a:gd name="connsiteY386" fmla="*/ 316669 h 1088703"/>
              <a:gd name="connsiteX387" fmla="*/ 580214 w 2892338"/>
              <a:gd name="connsiteY387" fmla="*/ 341940 h 1088703"/>
              <a:gd name="connsiteX388" fmla="*/ 554943 w 2892338"/>
              <a:gd name="connsiteY388" fmla="*/ 316669 h 1088703"/>
              <a:gd name="connsiteX389" fmla="*/ 580214 w 2892338"/>
              <a:gd name="connsiteY389" fmla="*/ 291398 h 1088703"/>
              <a:gd name="connsiteX390" fmla="*/ 395233 w 2892338"/>
              <a:gd name="connsiteY390" fmla="*/ 291398 h 1088703"/>
              <a:gd name="connsiteX391" fmla="*/ 420504 w 2892338"/>
              <a:gd name="connsiteY391" fmla="*/ 316669 h 1088703"/>
              <a:gd name="connsiteX392" fmla="*/ 395233 w 2892338"/>
              <a:gd name="connsiteY392" fmla="*/ 341940 h 1088703"/>
              <a:gd name="connsiteX393" fmla="*/ 369962 w 2892338"/>
              <a:gd name="connsiteY393" fmla="*/ 316669 h 1088703"/>
              <a:gd name="connsiteX394" fmla="*/ 395233 w 2892338"/>
              <a:gd name="connsiteY394" fmla="*/ 291398 h 1088703"/>
              <a:gd name="connsiteX395" fmla="*/ 210253 w 2892338"/>
              <a:gd name="connsiteY395" fmla="*/ 291398 h 1088703"/>
              <a:gd name="connsiteX396" fmla="*/ 235524 w 2892338"/>
              <a:gd name="connsiteY396" fmla="*/ 316669 h 1088703"/>
              <a:gd name="connsiteX397" fmla="*/ 210253 w 2892338"/>
              <a:gd name="connsiteY397" fmla="*/ 341940 h 1088703"/>
              <a:gd name="connsiteX398" fmla="*/ 184982 w 2892338"/>
              <a:gd name="connsiteY398" fmla="*/ 316669 h 1088703"/>
              <a:gd name="connsiteX399" fmla="*/ 210253 w 2892338"/>
              <a:gd name="connsiteY399" fmla="*/ 291398 h 1088703"/>
              <a:gd name="connsiteX400" fmla="*/ 25273 w 2892338"/>
              <a:gd name="connsiteY400" fmla="*/ 291398 h 1088703"/>
              <a:gd name="connsiteX401" fmla="*/ 50544 w 2892338"/>
              <a:gd name="connsiteY401" fmla="*/ 316669 h 1088703"/>
              <a:gd name="connsiteX402" fmla="*/ 25273 w 2892338"/>
              <a:gd name="connsiteY402" fmla="*/ 341940 h 1088703"/>
              <a:gd name="connsiteX403" fmla="*/ 2 w 2892338"/>
              <a:gd name="connsiteY403" fmla="*/ 316669 h 1088703"/>
              <a:gd name="connsiteX404" fmla="*/ 25273 w 2892338"/>
              <a:gd name="connsiteY404" fmla="*/ 291398 h 1088703"/>
              <a:gd name="connsiteX405" fmla="*/ 1135152 w 2892338"/>
              <a:gd name="connsiteY405" fmla="*/ 291398 h 1088703"/>
              <a:gd name="connsiteX406" fmla="*/ 1160423 w 2892338"/>
              <a:gd name="connsiteY406" fmla="*/ 316669 h 1088703"/>
              <a:gd name="connsiteX407" fmla="*/ 1135152 w 2892338"/>
              <a:gd name="connsiteY407" fmla="*/ 341940 h 1088703"/>
              <a:gd name="connsiteX408" fmla="*/ 1109881 w 2892338"/>
              <a:gd name="connsiteY408" fmla="*/ 316669 h 1088703"/>
              <a:gd name="connsiteX409" fmla="*/ 1135152 w 2892338"/>
              <a:gd name="connsiteY409" fmla="*/ 291398 h 1088703"/>
              <a:gd name="connsiteX410" fmla="*/ 950172 w 2892338"/>
              <a:gd name="connsiteY410" fmla="*/ 291398 h 1088703"/>
              <a:gd name="connsiteX411" fmla="*/ 975442 w 2892338"/>
              <a:gd name="connsiteY411" fmla="*/ 316669 h 1088703"/>
              <a:gd name="connsiteX412" fmla="*/ 950172 w 2892338"/>
              <a:gd name="connsiteY412" fmla="*/ 341940 h 1088703"/>
              <a:gd name="connsiteX413" fmla="*/ 924902 w 2892338"/>
              <a:gd name="connsiteY413" fmla="*/ 316669 h 1088703"/>
              <a:gd name="connsiteX414" fmla="*/ 950172 w 2892338"/>
              <a:gd name="connsiteY414" fmla="*/ 291398 h 1088703"/>
              <a:gd name="connsiteX415" fmla="*/ 765192 w 2892338"/>
              <a:gd name="connsiteY415" fmla="*/ 291398 h 1088703"/>
              <a:gd name="connsiteX416" fmla="*/ 790464 w 2892338"/>
              <a:gd name="connsiteY416" fmla="*/ 316669 h 1088703"/>
              <a:gd name="connsiteX417" fmla="*/ 765192 w 2892338"/>
              <a:gd name="connsiteY417" fmla="*/ 341940 h 1088703"/>
              <a:gd name="connsiteX418" fmla="*/ 739921 w 2892338"/>
              <a:gd name="connsiteY418" fmla="*/ 316669 h 1088703"/>
              <a:gd name="connsiteX419" fmla="*/ 765192 w 2892338"/>
              <a:gd name="connsiteY419" fmla="*/ 291398 h 1088703"/>
              <a:gd name="connsiteX420" fmla="*/ 2127147 w 2892338"/>
              <a:gd name="connsiteY420" fmla="*/ 163968 h 1088703"/>
              <a:gd name="connsiteX421" fmla="*/ 2152418 w 2892338"/>
              <a:gd name="connsiteY421" fmla="*/ 189239 h 1088703"/>
              <a:gd name="connsiteX422" fmla="*/ 2127147 w 2892338"/>
              <a:gd name="connsiteY422" fmla="*/ 214510 h 1088703"/>
              <a:gd name="connsiteX423" fmla="*/ 2101876 w 2892338"/>
              <a:gd name="connsiteY423" fmla="*/ 189239 h 1088703"/>
              <a:gd name="connsiteX424" fmla="*/ 2127147 w 2892338"/>
              <a:gd name="connsiteY424" fmla="*/ 163968 h 1088703"/>
              <a:gd name="connsiteX425" fmla="*/ 1942166 w 2892338"/>
              <a:gd name="connsiteY425" fmla="*/ 163968 h 1088703"/>
              <a:gd name="connsiteX426" fmla="*/ 1967437 w 2892338"/>
              <a:gd name="connsiteY426" fmla="*/ 189239 h 1088703"/>
              <a:gd name="connsiteX427" fmla="*/ 1942166 w 2892338"/>
              <a:gd name="connsiteY427" fmla="*/ 214510 h 1088703"/>
              <a:gd name="connsiteX428" fmla="*/ 1916895 w 2892338"/>
              <a:gd name="connsiteY428" fmla="*/ 189239 h 1088703"/>
              <a:gd name="connsiteX429" fmla="*/ 1942166 w 2892338"/>
              <a:gd name="connsiteY429" fmla="*/ 163968 h 1088703"/>
              <a:gd name="connsiteX430" fmla="*/ 1757186 w 2892338"/>
              <a:gd name="connsiteY430" fmla="*/ 163968 h 1088703"/>
              <a:gd name="connsiteX431" fmla="*/ 1782457 w 2892338"/>
              <a:gd name="connsiteY431" fmla="*/ 189239 h 1088703"/>
              <a:gd name="connsiteX432" fmla="*/ 1757186 w 2892338"/>
              <a:gd name="connsiteY432" fmla="*/ 214510 h 1088703"/>
              <a:gd name="connsiteX433" fmla="*/ 1731915 w 2892338"/>
              <a:gd name="connsiteY433" fmla="*/ 189239 h 1088703"/>
              <a:gd name="connsiteX434" fmla="*/ 1757186 w 2892338"/>
              <a:gd name="connsiteY434" fmla="*/ 163968 h 1088703"/>
              <a:gd name="connsiteX435" fmla="*/ 2312127 w 2892338"/>
              <a:gd name="connsiteY435" fmla="*/ 163968 h 1088703"/>
              <a:gd name="connsiteX436" fmla="*/ 2337398 w 2892338"/>
              <a:gd name="connsiteY436" fmla="*/ 189239 h 1088703"/>
              <a:gd name="connsiteX437" fmla="*/ 2312127 w 2892338"/>
              <a:gd name="connsiteY437" fmla="*/ 214510 h 1088703"/>
              <a:gd name="connsiteX438" fmla="*/ 2286856 w 2892338"/>
              <a:gd name="connsiteY438" fmla="*/ 189239 h 1088703"/>
              <a:gd name="connsiteX439" fmla="*/ 2312127 w 2892338"/>
              <a:gd name="connsiteY439" fmla="*/ 163968 h 1088703"/>
              <a:gd name="connsiteX440" fmla="*/ 2867067 w 2892338"/>
              <a:gd name="connsiteY440" fmla="*/ 163968 h 1088703"/>
              <a:gd name="connsiteX441" fmla="*/ 2892338 w 2892338"/>
              <a:gd name="connsiteY441" fmla="*/ 189239 h 1088703"/>
              <a:gd name="connsiteX442" fmla="*/ 2867067 w 2892338"/>
              <a:gd name="connsiteY442" fmla="*/ 214510 h 1088703"/>
              <a:gd name="connsiteX443" fmla="*/ 2841796 w 2892338"/>
              <a:gd name="connsiteY443" fmla="*/ 189239 h 1088703"/>
              <a:gd name="connsiteX444" fmla="*/ 2867067 w 2892338"/>
              <a:gd name="connsiteY444" fmla="*/ 163968 h 1088703"/>
              <a:gd name="connsiteX445" fmla="*/ 2682086 w 2892338"/>
              <a:gd name="connsiteY445" fmla="*/ 163968 h 1088703"/>
              <a:gd name="connsiteX446" fmla="*/ 2707357 w 2892338"/>
              <a:gd name="connsiteY446" fmla="*/ 189239 h 1088703"/>
              <a:gd name="connsiteX447" fmla="*/ 2682086 w 2892338"/>
              <a:gd name="connsiteY447" fmla="*/ 214510 h 1088703"/>
              <a:gd name="connsiteX448" fmla="*/ 2656815 w 2892338"/>
              <a:gd name="connsiteY448" fmla="*/ 189239 h 1088703"/>
              <a:gd name="connsiteX449" fmla="*/ 2682086 w 2892338"/>
              <a:gd name="connsiteY449" fmla="*/ 163968 h 1088703"/>
              <a:gd name="connsiteX450" fmla="*/ 2497106 w 2892338"/>
              <a:gd name="connsiteY450" fmla="*/ 163968 h 1088703"/>
              <a:gd name="connsiteX451" fmla="*/ 2522377 w 2892338"/>
              <a:gd name="connsiteY451" fmla="*/ 189239 h 1088703"/>
              <a:gd name="connsiteX452" fmla="*/ 2497106 w 2892338"/>
              <a:gd name="connsiteY452" fmla="*/ 214510 h 1088703"/>
              <a:gd name="connsiteX453" fmla="*/ 2471835 w 2892338"/>
              <a:gd name="connsiteY453" fmla="*/ 189239 h 1088703"/>
              <a:gd name="connsiteX454" fmla="*/ 2497106 w 2892338"/>
              <a:gd name="connsiteY454" fmla="*/ 163968 h 1088703"/>
              <a:gd name="connsiteX455" fmla="*/ 25273 w 2892338"/>
              <a:gd name="connsiteY455" fmla="*/ 145699 h 1088703"/>
              <a:gd name="connsiteX456" fmla="*/ 50544 w 2892338"/>
              <a:gd name="connsiteY456" fmla="*/ 170970 h 1088703"/>
              <a:gd name="connsiteX457" fmla="*/ 25273 w 2892338"/>
              <a:gd name="connsiteY457" fmla="*/ 196241 h 1088703"/>
              <a:gd name="connsiteX458" fmla="*/ 2 w 2892338"/>
              <a:gd name="connsiteY458" fmla="*/ 170970 h 1088703"/>
              <a:gd name="connsiteX459" fmla="*/ 25273 w 2892338"/>
              <a:gd name="connsiteY459" fmla="*/ 145699 h 1088703"/>
              <a:gd name="connsiteX460" fmla="*/ 210253 w 2892338"/>
              <a:gd name="connsiteY460" fmla="*/ 145699 h 1088703"/>
              <a:gd name="connsiteX461" fmla="*/ 235524 w 2892338"/>
              <a:gd name="connsiteY461" fmla="*/ 170970 h 1088703"/>
              <a:gd name="connsiteX462" fmla="*/ 210253 w 2892338"/>
              <a:gd name="connsiteY462" fmla="*/ 196241 h 1088703"/>
              <a:gd name="connsiteX463" fmla="*/ 184982 w 2892338"/>
              <a:gd name="connsiteY463" fmla="*/ 170970 h 1088703"/>
              <a:gd name="connsiteX464" fmla="*/ 210253 w 2892338"/>
              <a:gd name="connsiteY464" fmla="*/ 145699 h 1088703"/>
              <a:gd name="connsiteX465" fmla="*/ 580214 w 2892338"/>
              <a:gd name="connsiteY465" fmla="*/ 145699 h 1088703"/>
              <a:gd name="connsiteX466" fmla="*/ 605485 w 2892338"/>
              <a:gd name="connsiteY466" fmla="*/ 170970 h 1088703"/>
              <a:gd name="connsiteX467" fmla="*/ 580214 w 2892338"/>
              <a:gd name="connsiteY467" fmla="*/ 196241 h 1088703"/>
              <a:gd name="connsiteX468" fmla="*/ 554943 w 2892338"/>
              <a:gd name="connsiteY468" fmla="*/ 170970 h 1088703"/>
              <a:gd name="connsiteX469" fmla="*/ 580214 w 2892338"/>
              <a:gd name="connsiteY469" fmla="*/ 145699 h 1088703"/>
              <a:gd name="connsiteX470" fmla="*/ 395234 w 2892338"/>
              <a:gd name="connsiteY470" fmla="*/ 145699 h 1088703"/>
              <a:gd name="connsiteX471" fmla="*/ 420505 w 2892338"/>
              <a:gd name="connsiteY471" fmla="*/ 170970 h 1088703"/>
              <a:gd name="connsiteX472" fmla="*/ 395234 w 2892338"/>
              <a:gd name="connsiteY472" fmla="*/ 196241 h 1088703"/>
              <a:gd name="connsiteX473" fmla="*/ 369963 w 2892338"/>
              <a:gd name="connsiteY473" fmla="*/ 170970 h 1088703"/>
              <a:gd name="connsiteX474" fmla="*/ 395234 w 2892338"/>
              <a:gd name="connsiteY474" fmla="*/ 145699 h 1088703"/>
              <a:gd name="connsiteX475" fmla="*/ 950173 w 2892338"/>
              <a:gd name="connsiteY475" fmla="*/ 145699 h 1088703"/>
              <a:gd name="connsiteX476" fmla="*/ 975442 w 2892338"/>
              <a:gd name="connsiteY476" fmla="*/ 170970 h 1088703"/>
              <a:gd name="connsiteX477" fmla="*/ 950173 w 2892338"/>
              <a:gd name="connsiteY477" fmla="*/ 196241 h 1088703"/>
              <a:gd name="connsiteX478" fmla="*/ 924902 w 2892338"/>
              <a:gd name="connsiteY478" fmla="*/ 170970 h 1088703"/>
              <a:gd name="connsiteX479" fmla="*/ 950173 w 2892338"/>
              <a:gd name="connsiteY479" fmla="*/ 145699 h 1088703"/>
              <a:gd name="connsiteX480" fmla="*/ 765193 w 2892338"/>
              <a:gd name="connsiteY480" fmla="*/ 145699 h 1088703"/>
              <a:gd name="connsiteX481" fmla="*/ 790464 w 2892338"/>
              <a:gd name="connsiteY481" fmla="*/ 170970 h 1088703"/>
              <a:gd name="connsiteX482" fmla="*/ 765193 w 2892338"/>
              <a:gd name="connsiteY482" fmla="*/ 196241 h 1088703"/>
              <a:gd name="connsiteX483" fmla="*/ 739922 w 2892338"/>
              <a:gd name="connsiteY483" fmla="*/ 170970 h 1088703"/>
              <a:gd name="connsiteX484" fmla="*/ 765193 w 2892338"/>
              <a:gd name="connsiteY484" fmla="*/ 145699 h 1088703"/>
              <a:gd name="connsiteX485" fmla="*/ 1135152 w 2892338"/>
              <a:gd name="connsiteY485" fmla="*/ 145699 h 1088703"/>
              <a:gd name="connsiteX486" fmla="*/ 1160423 w 2892338"/>
              <a:gd name="connsiteY486" fmla="*/ 170970 h 1088703"/>
              <a:gd name="connsiteX487" fmla="*/ 1135152 w 2892338"/>
              <a:gd name="connsiteY487" fmla="*/ 196241 h 1088703"/>
              <a:gd name="connsiteX488" fmla="*/ 1109881 w 2892338"/>
              <a:gd name="connsiteY488" fmla="*/ 170970 h 1088703"/>
              <a:gd name="connsiteX489" fmla="*/ 1135152 w 2892338"/>
              <a:gd name="connsiteY489" fmla="*/ 145699 h 1088703"/>
              <a:gd name="connsiteX490" fmla="*/ 1757186 w 2892338"/>
              <a:gd name="connsiteY490" fmla="*/ 18269 h 1088703"/>
              <a:gd name="connsiteX491" fmla="*/ 1782457 w 2892338"/>
              <a:gd name="connsiteY491" fmla="*/ 43540 h 1088703"/>
              <a:gd name="connsiteX492" fmla="*/ 1757186 w 2892338"/>
              <a:gd name="connsiteY492" fmla="*/ 68811 h 1088703"/>
              <a:gd name="connsiteX493" fmla="*/ 1731915 w 2892338"/>
              <a:gd name="connsiteY493" fmla="*/ 43540 h 1088703"/>
              <a:gd name="connsiteX494" fmla="*/ 1757186 w 2892338"/>
              <a:gd name="connsiteY494" fmla="*/ 18269 h 1088703"/>
              <a:gd name="connsiteX495" fmla="*/ 1942166 w 2892338"/>
              <a:gd name="connsiteY495" fmla="*/ 18269 h 1088703"/>
              <a:gd name="connsiteX496" fmla="*/ 1967437 w 2892338"/>
              <a:gd name="connsiteY496" fmla="*/ 43540 h 1088703"/>
              <a:gd name="connsiteX497" fmla="*/ 1942166 w 2892338"/>
              <a:gd name="connsiteY497" fmla="*/ 68811 h 1088703"/>
              <a:gd name="connsiteX498" fmla="*/ 1916895 w 2892338"/>
              <a:gd name="connsiteY498" fmla="*/ 43540 h 1088703"/>
              <a:gd name="connsiteX499" fmla="*/ 1942166 w 2892338"/>
              <a:gd name="connsiteY499" fmla="*/ 18269 h 1088703"/>
              <a:gd name="connsiteX500" fmla="*/ 2312127 w 2892338"/>
              <a:gd name="connsiteY500" fmla="*/ 18269 h 1088703"/>
              <a:gd name="connsiteX501" fmla="*/ 2337398 w 2892338"/>
              <a:gd name="connsiteY501" fmla="*/ 43540 h 1088703"/>
              <a:gd name="connsiteX502" fmla="*/ 2312127 w 2892338"/>
              <a:gd name="connsiteY502" fmla="*/ 68811 h 1088703"/>
              <a:gd name="connsiteX503" fmla="*/ 2286856 w 2892338"/>
              <a:gd name="connsiteY503" fmla="*/ 43540 h 1088703"/>
              <a:gd name="connsiteX504" fmla="*/ 2312127 w 2892338"/>
              <a:gd name="connsiteY504" fmla="*/ 18269 h 1088703"/>
              <a:gd name="connsiteX505" fmla="*/ 2127147 w 2892338"/>
              <a:gd name="connsiteY505" fmla="*/ 18269 h 1088703"/>
              <a:gd name="connsiteX506" fmla="*/ 2152418 w 2892338"/>
              <a:gd name="connsiteY506" fmla="*/ 43540 h 1088703"/>
              <a:gd name="connsiteX507" fmla="*/ 2127147 w 2892338"/>
              <a:gd name="connsiteY507" fmla="*/ 68811 h 1088703"/>
              <a:gd name="connsiteX508" fmla="*/ 2101876 w 2892338"/>
              <a:gd name="connsiteY508" fmla="*/ 43540 h 1088703"/>
              <a:gd name="connsiteX509" fmla="*/ 2127147 w 2892338"/>
              <a:gd name="connsiteY509" fmla="*/ 18269 h 1088703"/>
              <a:gd name="connsiteX510" fmla="*/ 2497106 w 2892338"/>
              <a:gd name="connsiteY510" fmla="*/ 18269 h 1088703"/>
              <a:gd name="connsiteX511" fmla="*/ 2522377 w 2892338"/>
              <a:gd name="connsiteY511" fmla="*/ 43540 h 1088703"/>
              <a:gd name="connsiteX512" fmla="*/ 2497106 w 2892338"/>
              <a:gd name="connsiteY512" fmla="*/ 68811 h 1088703"/>
              <a:gd name="connsiteX513" fmla="*/ 2471835 w 2892338"/>
              <a:gd name="connsiteY513" fmla="*/ 43540 h 1088703"/>
              <a:gd name="connsiteX514" fmla="*/ 2497106 w 2892338"/>
              <a:gd name="connsiteY514" fmla="*/ 18269 h 1088703"/>
              <a:gd name="connsiteX515" fmla="*/ 2682086 w 2892338"/>
              <a:gd name="connsiteY515" fmla="*/ 18269 h 1088703"/>
              <a:gd name="connsiteX516" fmla="*/ 2707357 w 2892338"/>
              <a:gd name="connsiteY516" fmla="*/ 43540 h 1088703"/>
              <a:gd name="connsiteX517" fmla="*/ 2682086 w 2892338"/>
              <a:gd name="connsiteY517" fmla="*/ 68811 h 1088703"/>
              <a:gd name="connsiteX518" fmla="*/ 2656815 w 2892338"/>
              <a:gd name="connsiteY518" fmla="*/ 43540 h 1088703"/>
              <a:gd name="connsiteX519" fmla="*/ 2682086 w 2892338"/>
              <a:gd name="connsiteY519" fmla="*/ 18269 h 1088703"/>
              <a:gd name="connsiteX520" fmla="*/ 2867067 w 2892338"/>
              <a:gd name="connsiteY520" fmla="*/ 18269 h 1088703"/>
              <a:gd name="connsiteX521" fmla="*/ 2892338 w 2892338"/>
              <a:gd name="connsiteY521" fmla="*/ 43540 h 1088703"/>
              <a:gd name="connsiteX522" fmla="*/ 2867067 w 2892338"/>
              <a:gd name="connsiteY522" fmla="*/ 68811 h 1088703"/>
              <a:gd name="connsiteX523" fmla="*/ 2841796 w 2892338"/>
              <a:gd name="connsiteY523" fmla="*/ 43540 h 1088703"/>
              <a:gd name="connsiteX524" fmla="*/ 2867067 w 2892338"/>
              <a:gd name="connsiteY524" fmla="*/ 18269 h 1088703"/>
              <a:gd name="connsiteX525" fmla="*/ 25273 w 2892338"/>
              <a:gd name="connsiteY525" fmla="*/ 0 h 1088703"/>
              <a:gd name="connsiteX526" fmla="*/ 50544 w 2892338"/>
              <a:gd name="connsiteY526" fmla="*/ 25271 h 1088703"/>
              <a:gd name="connsiteX527" fmla="*/ 25273 w 2892338"/>
              <a:gd name="connsiteY527" fmla="*/ 50542 h 1088703"/>
              <a:gd name="connsiteX528" fmla="*/ 2 w 2892338"/>
              <a:gd name="connsiteY528" fmla="*/ 25271 h 1088703"/>
              <a:gd name="connsiteX529" fmla="*/ 25273 w 2892338"/>
              <a:gd name="connsiteY529" fmla="*/ 0 h 1088703"/>
              <a:gd name="connsiteX530" fmla="*/ 210253 w 2892338"/>
              <a:gd name="connsiteY530" fmla="*/ 0 h 1088703"/>
              <a:gd name="connsiteX531" fmla="*/ 235524 w 2892338"/>
              <a:gd name="connsiteY531" fmla="*/ 25271 h 1088703"/>
              <a:gd name="connsiteX532" fmla="*/ 210253 w 2892338"/>
              <a:gd name="connsiteY532" fmla="*/ 50542 h 1088703"/>
              <a:gd name="connsiteX533" fmla="*/ 184982 w 2892338"/>
              <a:gd name="connsiteY533" fmla="*/ 25271 h 1088703"/>
              <a:gd name="connsiteX534" fmla="*/ 210253 w 2892338"/>
              <a:gd name="connsiteY534" fmla="*/ 0 h 1088703"/>
              <a:gd name="connsiteX535" fmla="*/ 395234 w 2892338"/>
              <a:gd name="connsiteY535" fmla="*/ 0 h 1088703"/>
              <a:gd name="connsiteX536" fmla="*/ 420505 w 2892338"/>
              <a:gd name="connsiteY536" fmla="*/ 25271 h 1088703"/>
              <a:gd name="connsiteX537" fmla="*/ 395234 w 2892338"/>
              <a:gd name="connsiteY537" fmla="*/ 50542 h 1088703"/>
              <a:gd name="connsiteX538" fmla="*/ 369963 w 2892338"/>
              <a:gd name="connsiteY538" fmla="*/ 25271 h 1088703"/>
              <a:gd name="connsiteX539" fmla="*/ 395234 w 2892338"/>
              <a:gd name="connsiteY539" fmla="*/ 0 h 1088703"/>
              <a:gd name="connsiteX540" fmla="*/ 580214 w 2892338"/>
              <a:gd name="connsiteY540" fmla="*/ 0 h 1088703"/>
              <a:gd name="connsiteX541" fmla="*/ 605486 w 2892338"/>
              <a:gd name="connsiteY541" fmla="*/ 25271 h 1088703"/>
              <a:gd name="connsiteX542" fmla="*/ 580214 w 2892338"/>
              <a:gd name="connsiteY542" fmla="*/ 50542 h 1088703"/>
              <a:gd name="connsiteX543" fmla="*/ 554943 w 2892338"/>
              <a:gd name="connsiteY543" fmla="*/ 25271 h 1088703"/>
              <a:gd name="connsiteX544" fmla="*/ 580214 w 2892338"/>
              <a:gd name="connsiteY544" fmla="*/ 0 h 1088703"/>
              <a:gd name="connsiteX545" fmla="*/ 765193 w 2892338"/>
              <a:gd name="connsiteY545" fmla="*/ 0 h 1088703"/>
              <a:gd name="connsiteX546" fmla="*/ 790464 w 2892338"/>
              <a:gd name="connsiteY546" fmla="*/ 25271 h 1088703"/>
              <a:gd name="connsiteX547" fmla="*/ 765193 w 2892338"/>
              <a:gd name="connsiteY547" fmla="*/ 50542 h 1088703"/>
              <a:gd name="connsiteX548" fmla="*/ 739922 w 2892338"/>
              <a:gd name="connsiteY548" fmla="*/ 25271 h 1088703"/>
              <a:gd name="connsiteX549" fmla="*/ 765193 w 2892338"/>
              <a:gd name="connsiteY549" fmla="*/ 0 h 1088703"/>
              <a:gd name="connsiteX550" fmla="*/ 950173 w 2892338"/>
              <a:gd name="connsiteY550" fmla="*/ 0 h 1088703"/>
              <a:gd name="connsiteX551" fmla="*/ 975442 w 2892338"/>
              <a:gd name="connsiteY551" fmla="*/ 25271 h 1088703"/>
              <a:gd name="connsiteX552" fmla="*/ 950173 w 2892338"/>
              <a:gd name="connsiteY552" fmla="*/ 50542 h 1088703"/>
              <a:gd name="connsiteX553" fmla="*/ 924902 w 2892338"/>
              <a:gd name="connsiteY553" fmla="*/ 25271 h 1088703"/>
              <a:gd name="connsiteX554" fmla="*/ 950173 w 2892338"/>
              <a:gd name="connsiteY554" fmla="*/ 0 h 1088703"/>
              <a:gd name="connsiteX555" fmla="*/ 1135152 w 2892338"/>
              <a:gd name="connsiteY555" fmla="*/ 0 h 1088703"/>
              <a:gd name="connsiteX556" fmla="*/ 1160423 w 2892338"/>
              <a:gd name="connsiteY556" fmla="*/ 25271 h 1088703"/>
              <a:gd name="connsiteX557" fmla="*/ 1135152 w 2892338"/>
              <a:gd name="connsiteY557" fmla="*/ 50542 h 1088703"/>
              <a:gd name="connsiteX558" fmla="*/ 1109881 w 2892338"/>
              <a:gd name="connsiteY558" fmla="*/ 25271 h 1088703"/>
              <a:gd name="connsiteX559" fmla="*/ 1135152 w 2892338"/>
              <a:gd name="connsiteY559" fmla="*/ 0 h 1088703"/>
            </a:gdLst>
            <a:ahLst/>
            <a:cxnLst/>
            <a:rect l="l" t="t" r="r" b="b"/>
            <a:pathLst>
              <a:path w="2892338" h="1088703">
                <a:moveTo>
                  <a:pt x="2867067" y="1038161"/>
                </a:moveTo>
                <a:cubicBezTo>
                  <a:pt x="2881024" y="1038161"/>
                  <a:pt x="2892338" y="1049475"/>
                  <a:pt x="2892338" y="1063432"/>
                </a:cubicBezTo>
                <a:cubicBezTo>
                  <a:pt x="2892338" y="1077389"/>
                  <a:pt x="2881024" y="1088703"/>
                  <a:pt x="2867067" y="1088703"/>
                </a:cubicBezTo>
                <a:cubicBezTo>
                  <a:pt x="2853110" y="1088703"/>
                  <a:pt x="2841796" y="1077389"/>
                  <a:pt x="2841796" y="1063432"/>
                </a:cubicBezTo>
                <a:cubicBezTo>
                  <a:pt x="2841796" y="1049475"/>
                  <a:pt x="2853110" y="1038161"/>
                  <a:pt x="2867067" y="1038161"/>
                </a:cubicBezTo>
                <a:close/>
                <a:moveTo>
                  <a:pt x="2682086" y="1038161"/>
                </a:moveTo>
                <a:cubicBezTo>
                  <a:pt x="2696043" y="1038161"/>
                  <a:pt x="2707357" y="1049475"/>
                  <a:pt x="2707357" y="1063432"/>
                </a:cubicBezTo>
                <a:cubicBezTo>
                  <a:pt x="2707357" y="1077389"/>
                  <a:pt x="2696043" y="1088703"/>
                  <a:pt x="2682086" y="1088703"/>
                </a:cubicBezTo>
                <a:cubicBezTo>
                  <a:pt x="2668129" y="1088703"/>
                  <a:pt x="2656815" y="1077389"/>
                  <a:pt x="2656815" y="1063432"/>
                </a:cubicBezTo>
                <a:cubicBezTo>
                  <a:pt x="2656815" y="1049475"/>
                  <a:pt x="2668129" y="1038161"/>
                  <a:pt x="2682086" y="1038161"/>
                </a:cubicBezTo>
                <a:close/>
                <a:moveTo>
                  <a:pt x="2497106" y="1038161"/>
                </a:moveTo>
                <a:cubicBezTo>
                  <a:pt x="2511063" y="1038161"/>
                  <a:pt x="2522377" y="1049475"/>
                  <a:pt x="2522377" y="1063432"/>
                </a:cubicBezTo>
                <a:cubicBezTo>
                  <a:pt x="2522377" y="1077389"/>
                  <a:pt x="2511063" y="1088703"/>
                  <a:pt x="2497106" y="1088703"/>
                </a:cubicBezTo>
                <a:cubicBezTo>
                  <a:pt x="2483149" y="1088703"/>
                  <a:pt x="2471835" y="1077389"/>
                  <a:pt x="2471835" y="1063432"/>
                </a:cubicBezTo>
                <a:cubicBezTo>
                  <a:pt x="2471835" y="1049475"/>
                  <a:pt x="2483149" y="1038161"/>
                  <a:pt x="2497106" y="1038161"/>
                </a:cubicBezTo>
                <a:close/>
                <a:moveTo>
                  <a:pt x="2312127" y="1038161"/>
                </a:moveTo>
                <a:cubicBezTo>
                  <a:pt x="2326084" y="1038161"/>
                  <a:pt x="2337398" y="1049475"/>
                  <a:pt x="2337398" y="1063432"/>
                </a:cubicBezTo>
                <a:cubicBezTo>
                  <a:pt x="2337398" y="1077389"/>
                  <a:pt x="2326084" y="1088703"/>
                  <a:pt x="2312127" y="1088703"/>
                </a:cubicBezTo>
                <a:cubicBezTo>
                  <a:pt x="2298170" y="1088703"/>
                  <a:pt x="2286856" y="1077389"/>
                  <a:pt x="2286856" y="1063432"/>
                </a:cubicBezTo>
                <a:cubicBezTo>
                  <a:pt x="2286856" y="1049475"/>
                  <a:pt x="2298170" y="1038161"/>
                  <a:pt x="2312127" y="1038161"/>
                </a:cubicBezTo>
                <a:close/>
                <a:moveTo>
                  <a:pt x="2127147" y="1038161"/>
                </a:moveTo>
                <a:cubicBezTo>
                  <a:pt x="2141104" y="1038161"/>
                  <a:pt x="2152418" y="1049475"/>
                  <a:pt x="2152418" y="1063432"/>
                </a:cubicBezTo>
                <a:cubicBezTo>
                  <a:pt x="2152418" y="1077389"/>
                  <a:pt x="2141104" y="1088703"/>
                  <a:pt x="2127147" y="1088703"/>
                </a:cubicBezTo>
                <a:cubicBezTo>
                  <a:pt x="2113190" y="1088703"/>
                  <a:pt x="2101876" y="1077389"/>
                  <a:pt x="2101876" y="1063432"/>
                </a:cubicBezTo>
                <a:cubicBezTo>
                  <a:pt x="2101876" y="1049475"/>
                  <a:pt x="2113190" y="1038161"/>
                  <a:pt x="2127147" y="1038161"/>
                </a:cubicBezTo>
                <a:close/>
                <a:moveTo>
                  <a:pt x="1942166" y="1038161"/>
                </a:moveTo>
                <a:cubicBezTo>
                  <a:pt x="1956123" y="1038161"/>
                  <a:pt x="1967437" y="1049475"/>
                  <a:pt x="1967437" y="1063432"/>
                </a:cubicBezTo>
                <a:cubicBezTo>
                  <a:pt x="1967437" y="1077389"/>
                  <a:pt x="1956123" y="1088703"/>
                  <a:pt x="1942166" y="1088703"/>
                </a:cubicBezTo>
                <a:cubicBezTo>
                  <a:pt x="1928209" y="1088703"/>
                  <a:pt x="1916895" y="1077389"/>
                  <a:pt x="1916895" y="1063432"/>
                </a:cubicBezTo>
                <a:cubicBezTo>
                  <a:pt x="1916895" y="1049475"/>
                  <a:pt x="1928209" y="1038161"/>
                  <a:pt x="1942166" y="1038161"/>
                </a:cubicBezTo>
                <a:close/>
                <a:moveTo>
                  <a:pt x="1757186" y="1038161"/>
                </a:moveTo>
                <a:cubicBezTo>
                  <a:pt x="1771143" y="1038161"/>
                  <a:pt x="1782457" y="1049475"/>
                  <a:pt x="1782457" y="1063432"/>
                </a:cubicBezTo>
                <a:cubicBezTo>
                  <a:pt x="1782457" y="1077389"/>
                  <a:pt x="1771143" y="1088703"/>
                  <a:pt x="1757186" y="1088703"/>
                </a:cubicBezTo>
                <a:cubicBezTo>
                  <a:pt x="1743229" y="1088703"/>
                  <a:pt x="1731915" y="1077389"/>
                  <a:pt x="1731915" y="1063432"/>
                </a:cubicBezTo>
                <a:cubicBezTo>
                  <a:pt x="1731915" y="1049475"/>
                  <a:pt x="1743229" y="1038161"/>
                  <a:pt x="1757186" y="1038161"/>
                </a:cubicBezTo>
                <a:close/>
                <a:moveTo>
                  <a:pt x="1135152" y="1019893"/>
                </a:moveTo>
                <a:cubicBezTo>
                  <a:pt x="1149109" y="1019893"/>
                  <a:pt x="1160423" y="1031207"/>
                  <a:pt x="1160423" y="1045164"/>
                </a:cubicBezTo>
                <a:cubicBezTo>
                  <a:pt x="1160423" y="1059121"/>
                  <a:pt x="1149109" y="1070435"/>
                  <a:pt x="1135152" y="1070435"/>
                </a:cubicBezTo>
                <a:cubicBezTo>
                  <a:pt x="1121195" y="1070435"/>
                  <a:pt x="1109881" y="1059121"/>
                  <a:pt x="1109881" y="1045164"/>
                </a:cubicBezTo>
                <a:cubicBezTo>
                  <a:pt x="1109881" y="1031207"/>
                  <a:pt x="1121195" y="1019893"/>
                  <a:pt x="1135152" y="1019893"/>
                </a:cubicBezTo>
                <a:close/>
                <a:moveTo>
                  <a:pt x="950171" y="1019893"/>
                </a:moveTo>
                <a:cubicBezTo>
                  <a:pt x="964128" y="1019893"/>
                  <a:pt x="975442" y="1031207"/>
                  <a:pt x="975442" y="1045164"/>
                </a:cubicBezTo>
                <a:cubicBezTo>
                  <a:pt x="975442" y="1059121"/>
                  <a:pt x="964128" y="1070435"/>
                  <a:pt x="950171" y="1070435"/>
                </a:cubicBezTo>
                <a:cubicBezTo>
                  <a:pt x="936214" y="1070435"/>
                  <a:pt x="924900" y="1059121"/>
                  <a:pt x="924900" y="1045164"/>
                </a:cubicBezTo>
                <a:cubicBezTo>
                  <a:pt x="924900" y="1031207"/>
                  <a:pt x="936214" y="1019893"/>
                  <a:pt x="950171" y="1019893"/>
                </a:cubicBezTo>
                <a:close/>
                <a:moveTo>
                  <a:pt x="765191" y="1019893"/>
                </a:moveTo>
                <a:cubicBezTo>
                  <a:pt x="779148" y="1019893"/>
                  <a:pt x="790462" y="1031207"/>
                  <a:pt x="790462" y="1045164"/>
                </a:cubicBezTo>
                <a:cubicBezTo>
                  <a:pt x="790462" y="1059121"/>
                  <a:pt x="779148" y="1070435"/>
                  <a:pt x="765191" y="1070435"/>
                </a:cubicBezTo>
                <a:cubicBezTo>
                  <a:pt x="751234" y="1070435"/>
                  <a:pt x="739920" y="1059121"/>
                  <a:pt x="739920" y="1045164"/>
                </a:cubicBezTo>
                <a:cubicBezTo>
                  <a:pt x="739920" y="1031207"/>
                  <a:pt x="751234" y="1019893"/>
                  <a:pt x="765191" y="1019893"/>
                </a:cubicBezTo>
                <a:close/>
                <a:moveTo>
                  <a:pt x="580212" y="1019893"/>
                </a:moveTo>
                <a:cubicBezTo>
                  <a:pt x="594169" y="1019893"/>
                  <a:pt x="605483" y="1031207"/>
                  <a:pt x="605483" y="1045164"/>
                </a:cubicBezTo>
                <a:cubicBezTo>
                  <a:pt x="605483" y="1059121"/>
                  <a:pt x="594169" y="1070435"/>
                  <a:pt x="580212" y="1070435"/>
                </a:cubicBezTo>
                <a:cubicBezTo>
                  <a:pt x="566255" y="1070435"/>
                  <a:pt x="554941" y="1059121"/>
                  <a:pt x="554941" y="1045164"/>
                </a:cubicBezTo>
                <a:cubicBezTo>
                  <a:pt x="554941" y="1031207"/>
                  <a:pt x="566255" y="1019893"/>
                  <a:pt x="580212" y="1019893"/>
                </a:cubicBezTo>
                <a:close/>
                <a:moveTo>
                  <a:pt x="395232" y="1019893"/>
                </a:moveTo>
                <a:cubicBezTo>
                  <a:pt x="409189" y="1019893"/>
                  <a:pt x="420503" y="1031207"/>
                  <a:pt x="420503" y="1045164"/>
                </a:cubicBezTo>
                <a:cubicBezTo>
                  <a:pt x="420503" y="1059121"/>
                  <a:pt x="409189" y="1070435"/>
                  <a:pt x="395232" y="1070435"/>
                </a:cubicBezTo>
                <a:cubicBezTo>
                  <a:pt x="381275" y="1070435"/>
                  <a:pt x="369961" y="1059121"/>
                  <a:pt x="369961" y="1045164"/>
                </a:cubicBezTo>
                <a:cubicBezTo>
                  <a:pt x="369961" y="1031207"/>
                  <a:pt x="381275" y="1019893"/>
                  <a:pt x="395232" y="1019893"/>
                </a:cubicBezTo>
                <a:close/>
                <a:moveTo>
                  <a:pt x="210251" y="1019893"/>
                </a:moveTo>
                <a:cubicBezTo>
                  <a:pt x="224208" y="1019893"/>
                  <a:pt x="235522" y="1031207"/>
                  <a:pt x="235522" y="1045164"/>
                </a:cubicBezTo>
                <a:cubicBezTo>
                  <a:pt x="235522" y="1059121"/>
                  <a:pt x="224208" y="1070435"/>
                  <a:pt x="210251" y="1070435"/>
                </a:cubicBezTo>
                <a:cubicBezTo>
                  <a:pt x="196294" y="1070435"/>
                  <a:pt x="184980" y="1059121"/>
                  <a:pt x="184980" y="1045164"/>
                </a:cubicBezTo>
                <a:cubicBezTo>
                  <a:pt x="184980" y="1031207"/>
                  <a:pt x="196294" y="1019893"/>
                  <a:pt x="210251" y="1019893"/>
                </a:cubicBezTo>
                <a:close/>
                <a:moveTo>
                  <a:pt x="25271" y="1019893"/>
                </a:moveTo>
                <a:cubicBezTo>
                  <a:pt x="39228" y="1019893"/>
                  <a:pt x="50542" y="1031207"/>
                  <a:pt x="50542" y="1045164"/>
                </a:cubicBezTo>
                <a:cubicBezTo>
                  <a:pt x="50542" y="1059121"/>
                  <a:pt x="39228" y="1070435"/>
                  <a:pt x="25271" y="1070435"/>
                </a:cubicBezTo>
                <a:cubicBezTo>
                  <a:pt x="11314" y="1070435"/>
                  <a:pt x="0" y="1059121"/>
                  <a:pt x="0" y="1045164"/>
                </a:cubicBezTo>
                <a:cubicBezTo>
                  <a:pt x="0" y="1031207"/>
                  <a:pt x="11314" y="1019893"/>
                  <a:pt x="25271" y="1019893"/>
                </a:cubicBezTo>
                <a:close/>
                <a:moveTo>
                  <a:pt x="2867067" y="892462"/>
                </a:moveTo>
                <a:cubicBezTo>
                  <a:pt x="2881024" y="892462"/>
                  <a:pt x="2892338" y="903776"/>
                  <a:pt x="2892338" y="917733"/>
                </a:cubicBezTo>
                <a:cubicBezTo>
                  <a:pt x="2892338" y="931690"/>
                  <a:pt x="2881024" y="943004"/>
                  <a:pt x="2867067" y="943004"/>
                </a:cubicBezTo>
                <a:cubicBezTo>
                  <a:pt x="2853110" y="943004"/>
                  <a:pt x="2841796" y="931690"/>
                  <a:pt x="2841796" y="917733"/>
                </a:cubicBezTo>
                <a:cubicBezTo>
                  <a:pt x="2841796" y="903776"/>
                  <a:pt x="2853110" y="892462"/>
                  <a:pt x="2867067" y="892462"/>
                </a:cubicBezTo>
                <a:close/>
                <a:moveTo>
                  <a:pt x="2682086" y="892462"/>
                </a:moveTo>
                <a:cubicBezTo>
                  <a:pt x="2696043" y="892462"/>
                  <a:pt x="2707357" y="903776"/>
                  <a:pt x="2707357" y="917733"/>
                </a:cubicBezTo>
                <a:cubicBezTo>
                  <a:pt x="2707357" y="931690"/>
                  <a:pt x="2696043" y="943004"/>
                  <a:pt x="2682086" y="943004"/>
                </a:cubicBezTo>
                <a:cubicBezTo>
                  <a:pt x="2668129" y="943004"/>
                  <a:pt x="2656815" y="931690"/>
                  <a:pt x="2656815" y="917733"/>
                </a:cubicBezTo>
                <a:cubicBezTo>
                  <a:pt x="2656815" y="903776"/>
                  <a:pt x="2668129" y="892462"/>
                  <a:pt x="2682086" y="892462"/>
                </a:cubicBezTo>
                <a:close/>
                <a:moveTo>
                  <a:pt x="2497106" y="892462"/>
                </a:moveTo>
                <a:cubicBezTo>
                  <a:pt x="2511063" y="892462"/>
                  <a:pt x="2522377" y="903776"/>
                  <a:pt x="2522377" y="917733"/>
                </a:cubicBezTo>
                <a:cubicBezTo>
                  <a:pt x="2522377" y="931690"/>
                  <a:pt x="2511063" y="943004"/>
                  <a:pt x="2497106" y="943004"/>
                </a:cubicBezTo>
                <a:cubicBezTo>
                  <a:pt x="2483149" y="943004"/>
                  <a:pt x="2471835" y="931690"/>
                  <a:pt x="2471835" y="917733"/>
                </a:cubicBezTo>
                <a:cubicBezTo>
                  <a:pt x="2471835" y="903776"/>
                  <a:pt x="2483149" y="892462"/>
                  <a:pt x="2497106" y="892462"/>
                </a:cubicBezTo>
                <a:close/>
                <a:moveTo>
                  <a:pt x="2312127" y="892462"/>
                </a:moveTo>
                <a:cubicBezTo>
                  <a:pt x="2326084" y="892462"/>
                  <a:pt x="2337398" y="903776"/>
                  <a:pt x="2337398" y="917733"/>
                </a:cubicBezTo>
                <a:cubicBezTo>
                  <a:pt x="2337398" y="931690"/>
                  <a:pt x="2326084" y="943004"/>
                  <a:pt x="2312127" y="943004"/>
                </a:cubicBezTo>
                <a:cubicBezTo>
                  <a:pt x="2298170" y="943004"/>
                  <a:pt x="2286856" y="931690"/>
                  <a:pt x="2286856" y="917733"/>
                </a:cubicBezTo>
                <a:cubicBezTo>
                  <a:pt x="2286856" y="903776"/>
                  <a:pt x="2298170" y="892462"/>
                  <a:pt x="2312127" y="892462"/>
                </a:cubicBezTo>
                <a:close/>
                <a:moveTo>
                  <a:pt x="2127147" y="892462"/>
                </a:moveTo>
                <a:cubicBezTo>
                  <a:pt x="2141104" y="892462"/>
                  <a:pt x="2152418" y="903776"/>
                  <a:pt x="2152418" y="917733"/>
                </a:cubicBezTo>
                <a:cubicBezTo>
                  <a:pt x="2152418" y="931690"/>
                  <a:pt x="2141104" y="943004"/>
                  <a:pt x="2127147" y="943004"/>
                </a:cubicBezTo>
                <a:cubicBezTo>
                  <a:pt x="2113190" y="943004"/>
                  <a:pt x="2101876" y="931690"/>
                  <a:pt x="2101876" y="917733"/>
                </a:cubicBezTo>
                <a:cubicBezTo>
                  <a:pt x="2101876" y="903776"/>
                  <a:pt x="2113190" y="892462"/>
                  <a:pt x="2127147" y="892462"/>
                </a:cubicBezTo>
                <a:close/>
                <a:moveTo>
                  <a:pt x="1942166" y="892462"/>
                </a:moveTo>
                <a:cubicBezTo>
                  <a:pt x="1956123" y="892462"/>
                  <a:pt x="1967437" y="903776"/>
                  <a:pt x="1967437" y="917733"/>
                </a:cubicBezTo>
                <a:cubicBezTo>
                  <a:pt x="1967437" y="931690"/>
                  <a:pt x="1956123" y="943004"/>
                  <a:pt x="1942166" y="943004"/>
                </a:cubicBezTo>
                <a:cubicBezTo>
                  <a:pt x="1928209" y="943004"/>
                  <a:pt x="1916895" y="931690"/>
                  <a:pt x="1916895" y="917733"/>
                </a:cubicBezTo>
                <a:cubicBezTo>
                  <a:pt x="1916895" y="903776"/>
                  <a:pt x="1928209" y="892462"/>
                  <a:pt x="1942166" y="892462"/>
                </a:cubicBezTo>
                <a:close/>
                <a:moveTo>
                  <a:pt x="1757186" y="892462"/>
                </a:moveTo>
                <a:cubicBezTo>
                  <a:pt x="1771143" y="892462"/>
                  <a:pt x="1782457" y="903776"/>
                  <a:pt x="1782457" y="917733"/>
                </a:cubicBezTo>
                <a:cubicBezTo>
                  <a:pt x="1782457" y="931690"/>
                  <a:pt x="1771143" y="943004"/>
                  <a:pt x="1757186" y="943004"/>
                </a:cubicBezTo>
                <a:cubicBezTo>
                  <a:pt x="1743229" y="943004"/>
                  <a:pt x="1731915" y="931690"/>
                  <a:pt x="1731915" y="917733"/>
                </a:cubicBezTo>
                <a:cubicBezTo>
                  <a:pt x="1731915" y="903776"/>
                  <a:pt x="1743229" y="892462"/>
                  <a:pt x="1757186" y="892462"/>
                </a:cubicBezTo>
                <a:close/>
                <a:moveTo>
                  <a:pt x="1135152" y="874194"/>
                </a:moveTo>
                <a:cubicBezTo>
                  <a:pt x="1149109" y="874194"/>
                  <a:pt x="1160423" y="885508"/>
                  <a:pt x="1160423" y="899465"/>
                </a:cubicBezTo>
                <a:cubicBezTo>
                  <a:pt x="1160423" y="913422"/>
                  <a:pt x="1149109" y="924736"/>
                  <a:pt x="1135152" y="924736"/>
                </a:cubicBezTo>
                <a:cubicBezTo>
                  <a:pt x="1121195" y="924736"/>
                  <a:pt x="1109881" y="913422"/>
                  <a:pt x="1109881" y="899465"/>
                </a:cubicBezTo>
                <a:cubicBezTo>
                  <a:pt x="1109881" y="885508"/>
                  <a:pt x="1121195" y="874194"/>
                  <a:pt x="1135152" y="874194"/>
                </a:cubicBezTo>
                <a:close/>
                <a:moveTo>
                  <a:pt x="950171" y="874194"/>
                </a:moveTo>
                <a:cubicBezTo>
                  <a:pt x="964128" y="874194"/>
                  <a:pt x="975442" y="885508"/>
                  <a:pt x="975442" y="899465"/>
                </a:cubicBezTo>
                <a:cubicBezTo>
                  <a:pt x="975442" y="913422"/>
                  <a:pt x="964128" y="924736"/>
                  <a:pt x="950171" y="924736"/>
                </a:cubicBezTo>
                <a:cubicBezTo>
                  <a:pt x="936214" y="924736"/>
                  <a:pt x="924900" y="913422"/>
                  <a:pt x="924900" y="899465"/>
                </a:cubicBezTo>
                <a:cubicBezTo>
                  <a:pt x="924900" y="885508"/>
                  <a:pt x="936214" y="874194"/>
                  <a:pt x="950171" y="874194"/>
                </a:cubicBezTo>
                <a:close/>
                <a:moveTo>
                  <a:pt x="765191" y="874194"/>
                </a:moveTo>
                <a:cubicBezTo>
                  <a:pt x="779148" y="874194"/>
                  <a:pt x="790462" y="885508"/>
                  <a:pt x="790462" y="899465"/>
                </a:cubicBezTo>
                <a:cubicBezTo>
                  <a:pt x="790462" y="913422"/>
                  <a:pt x="779148" y="924736"/>
                  <a:pt x="765191" y="924736"/>
                </a:cubicBezTo>
                <a:cubicBezTo>
                  <a:pt x="751234" y="924736"/>
                  <a:pt x="739920" y="913422"/>
                  <a:pt x="739920" y="899465"/>
                </a:cubicBezTo>
                <a:cubicBezTo>
                  <a:pt x="739920" y="885508"/>
                  <a:pt x="751234" y="874194"/>
                  <a:pt x="765191" y="874194"/>
                </a:cubicBezTo>
                <a:close/>
                <a:moveTo>
                  <a:pt x="580212" y="874194"/>
                </a:moveTo>
                <a:cubicBezTo>
                  <a:pt x="594169" y="874194"/>
                  <a:pt x="605483" y="885508"/>
                  <a:pt x="605483" y="899465"/>
                </a:cubicBezTo>
                <a:cubicBezTo>
                  <a:pt x="605483" y="913422"/>
                  <a:pt x="594169" y="924736"/>
                  <a:pt x="580212" y="924736"/>
                </a:cubicBezTo>
                <a:cubicBezTo>
                  <a:pt x="566255" y="924736"/>
                  <a:pt x="554942" y="913422"/>
                  <a:pt x="554942" y="899465"/>
                </a:cubicBezTo>
                <a:cubicBezTo>
                  <a:pt x="554942" y="885508"/>
                  <a:pt x="566255" y="874194"/>
                  <a:pt x="580212" y="874194"/>
                </a:cubicBezTo>
                <a:close/>
                <a:moveTo>
                  <a:pt x="395232" y="874194"/>
                </a:moveTo>
                <a:cubicBezTo>
                  <a:pt x="409189" y="874194"/>
                  <a:pt x="420503" y="885508"/>
                  <a:pt x="420503" y="899465"/>
                </a:cubicBezTo>
                <a:cubicBezTo>
                  <a:pt x="420503" y="913422"/>
                  <a:pt x="409189" y="924736"/>
                  <a:pt x="395232" y="924736"/>
                </a:cubicBezTo>
                <a:cubicBezTo>
                  <a:pt x="381275" y="924736"/>
                  <a:pt x="369961" y="913422"/>
                  <a:pt x="369961" y="899465"/>
                </a:cubicBezTo>
                <a:cubicBezTo>
                  <a:pt x="369961" y="885508"/>
                  <a:pt x="381275" y="874194"/>
                  <a:pt x="395232" y="874194"/>
                </a:cubicBezTo>
                <a:close/>
                <a:moveTo>
                  <a:pt x="210251" y="874194"/>
                </a:moveTo>
                <a:cubicBezTo>
                  <a:pt x="224208" y="874194"/>
                  <a:pt x="235522" y="885508"/>
                  <a:pt x="235522" y="899465"/>
                </a:cubicBezTo>
                <a:cubicBezTo>
                  <a:pt x="235522" y="913422"/>
                  <a:pt x="224208" y="924736"/>
                  <a:pt x="210251" y="924736"/>
                </a:cubicBezTo>
                <a:cubicBezTo>
                  <a:pt x="196294" y="924736"/>
                  <a:pt x="184980" y="913422"/>
                  <a:pt x="184980" y="899465"/>
                </a:cubicBezTo>
                <a:cubicBezTo>
                  <a:pt x="184980" y="885508"/>
                  <a:pt x="196294" y="874194"/>
                  <a:pt x="210251" y="874194"/>
                </a:cubicBezTo>
                <a:close/>
                <a:moveTo>
                  <a:pt x="25272" y="874194"/>
                </a:moveTo>
                <a:cubicBezTo>
                  <a:pt x="39229" y="874194"/>
                  <a:pt x="50543" y="885508"/>
                  <a:pt x="50543" y="899465"/>
                </a:cubicBezTo>
                <a:cubicBezTo>
                  <a:pt x="50543" y="913422"/>
                  <a:pt x="39229" y="924736"/>
                  <a:pt x="25272" y="924736"/>
                </a:cubicBezTo>
                <a:cubicBezTo>
                  <a:pt x="11315" y="924736"/>
                  <a:pt x="1" y="913422"/>
                  <a:pt x="1" y="899465"/>
                </a:cubicBezTo>
                <a:cubicBezTo>
                  <a:pt x="1" y="885508"/>
                  <a:pt x="11315" y="874194"/>
                  <a:pt x="25272" y="874194"/>
                </a:cubicBezTo>
                <a:close/>
                <a:moveTo>
                  <a:pt x="2867067" y="746763"/>
                </a:moveTo>
                <a:cubicBezTo>
                  <a:pt x="2881024" y="746763"/>
                  <a:pt x="2892338" y="758077"/>
                  <a:pt x="2892338" y="772034"/>
                </a:cubicBezTo>
                <a:cubicBezTo>
                  <a:pt x="2892338" y="785991"/>
                  <a:pt x="2881024" y="797305"/>
                  <a:pt x="2867067" y="797305"/>
                </a:cubicBezTo>
                <a:cubicBezTo>
                  <a:pt x="2853110" y="797305"/>
                  <a:pt x="2841796" y="785991"/>
                  <a:pt x="2841796" y="772034"/>
                </a:cubicBezTo>
                <a:cubicBezTo>
                  <a:pt x="2841796" y="758077"/>
                  <a:pt x="2853110" y="746763"/>
                  <a:pt x="2867067" y="746763"/>
                </a:cubicBezTo>
                <a:close/>
                <a:moveTo>
                  <a:pt x="2682086" y="746763"/>
                </a:moveTo>
                <a:cubicBezTo>
                  <a:pt x="2696043" y="746763"/>
                  <a:pt x="2707357" y="758077"/>
                  <a:pt x="2707357" y="772034"/>
                </a:cubicBezTo>
                <a:cubicBezTo>
                  <a:pt x="2707357" y="785991"/>
                  <a:pt x="2696043" y="797305"/>
                  <a:pt x="2682086" y="797305"/>
                </a:cubicBezTo>
                <a:cubicBezTo>
                  <a:pt x="2668129" y="797305"/>
                  <a:pt x="2656815" y="785991"/>
                  <a:pt x="2656815" y="772034"/>
                </a:cubicBezTo>
                <a:cubicBezTo>
                  <a:pt x="2656815" y="758077"/>
                  <a:pt x="2668129" y="746763"/>
                  <a:pt x="2682086" y="746763"/>
                </a:cubicBezTo>
                <a:close/>
                <a:moveTo>
                  <a:pt x="2497106" y="746763"/>
                </a:moveTo>
                <a:cubicBezTo>
                  <a:pt x="2511063" y="746763"/>
                  <a:pt x="2522377" y="758077"/>
                  <a:pt x="2522377" y="772034"/>
                </a:cubicBezTo>
                <a:cubicBezTo>
                  <a:pt x="2522377" y="785991"/>
                  <a:pt x="2511063" y="797305"/>
                  <a:pt x="2497106" y="797305"/>
                </a:cubicBezTo>
                <a:cubicBezTo>
                  <a:pt x="2483149" y="797305"/>
                  <a:pt x="2471835" y="785991"/>
                  <a:pt x="2471835" y="772034"/>
                </a:cubicBezTo>
                <a:cubicBezTo>
                  <a:pt x="2471835" y="758077"/>
                  <a:pt x="2483149" y="746763"/>
                  <a:pt x="2497106" y="746763"/>
                </a:cubicBezTo>
                <a:close/>
                <a:moveTo>
                  <a:pt x="2312127" y="746763"/>
                </a:moveTo>
                <a:cubicBezTo>
                  <a:pt x="2326084" y="746763"/>
                  <a:pt x="2337398" y="758077"/>
                  <a:pt x="2337398" y="772034"/>
                </a:cubicBezTo>
                <a:cubicBezTo>
                  <a:pt x="2337398" y="785991"/>
                  <a:pt x="2326084" y="797305"/>
                  <a:pt x="2312127" y="797305"/>
                </a:cubicBezTo>
                <a:cubicBezTo>
                  <a:pt x="2298170" y="797305"/>
                  <a:pt x="2286856" y="785991"/>
                  <a:pt x="2286856" y="772034"/>
                </a:cubicBezTo>
                <a:cubicBezTo>
                  <a:pt x="2286856" y="758077"/>
                  <a:pt x="2298170" y="746763"/>
                  <a:pt x="2312127" y="746763"/>
                </a:cubicBezTo>
                <a:close/>
                <a:moveTo>
                  <a:pt x="2127147" y="746763"/>
                </a:moveTo>
                <a:cubicBezTo>
                  <a:pt x="2141104" y="746763"/>
                  <a:pt x="2152418" y="758077"/>
                  <a:pt x="2152418" y="772034"/>
                </a:cubicBezTo>
                <a:cubicBezTo>
                  <a:pt x="2152418" y="785991"/>
                  <a:pt x="2141104" y="797305"/>
                  <a:pt x="2127147" y="797305"/>
                </a:cubicBezTo>
                <a:cubicBezTo>
                  <a:pt x="2113190" y="797305"/>
                  <a:pt x="2101876" y="785991"/>
                  <a:pt x="2101876" y="772034"/>
                </a:cubicBezTo>
                <a:cubicBezTo>
                  <a:pt x="2101876" y="758077"/>
                  <a:pt x="2113190" y="746763"/>
                  <a:pt x="2127147" y="746763"/>
                </a:cubicBezTo>
                <a:close/>
                <a:moveTo>
                  <a:pt x="1942166" y="746763"/>
                </a:moveTo>
                <a:cubicBezTo>
                  <a:pt x="1956123" y="746763"/>
                  <a:pt x="1967437" y="758077"/>
                  <a:pt x="1967437" y="772034"/>
                </a:cubicBezTo>
                <a:cubicBezTo>
                  <a:pt x="1967437" y="785991"/>
                  <a:pt x="1956123" y="797305"/>
                  <a:pt x="1942166" y="797305"/>
                </a:cubicBezTo>
                <a:cubicBezTo>
                  <a:pt x="1928209" y="797305"/>
                  <a:pt x="1916895" y="785991"/>
                  <a:pt x="1916895" y="772034"/>
                </a:cubicBezTo>
                <a:cubicBezTo>
                  <a:pt x="1916895" y="758077"/>
                  <a:pt x="1928209" y="746763"/>
                  <a:pt x="1942166" y="746763"/>
                </a:cubicBezTo>
                <a:close/>
                <a:moveTo>
                  <a:pt x="1757186" y="746763"/>
                </a:moveTo>
                <a:cubicBezTo>
                  <a:pt x="1771143" y="746763"/>
                  <a:pt x="1782457" y="758077"/>
                  <a:pt x="1782457" y="772034"/>
                </a:cubicBezTo>
                <a:cubicBezTo>
                  <a:pt x="1782457" y="785991"/>
                  <a:pt x="1771143" y="797305"/>
                  <a:pt x="1757186" y="797305"/>
                </a:cubicBezTo>
                <a:cubicBezTo>
                  <a:pt x="1743229" y="797305"/>
                  <a:pt x="1731915" y="785991"/>
                  <a:pt x="1731915" y="772034"/>
                </a:cubicBezTo>
                <a:cubicBezTo>
                  <a:pt x="1731915" y="758077"/>
                  <a:pt x="1743229" y="746763"/>
                  <a:pt x="1757186" y="746763"/>
                </a:cubicBezTo>
                <a:close/>
                <a:moveTo>
                  <a:pt x="1135152" y="728495"/>
                </a:moveTo>
                <a:cubicBezTo>
                  <a:pt x="1149109" y="728495"/>
                  <a:pt x="1160423" y="739809"/>
                  <a:pt x="1160423" y="753766"/>
                </a:cubicBezTo>
                <a:cubicBezTo>
                  <a:pt x="1160423" y="767723"/>
                  <a:pt x="1149109" y="779037"/>
                  <a:pt x="1135152" y="779037"/>
                </a:cubicBezTo>
                <a:cubicBezTo>
                  <a:pt x="1121195" y="779037"/>
                  <a:pt x="1109881" y="767723"/>
                  <a:pt x="1109881" y="753766"/>
                </a:cubicBezTo>
                <a:cubicBezTo>
                  <a:pt x="1109881" y="739809"/>
                  <a:pt x="1121195" y="728495"/>
                  <a:pt x="1135152" y="728495"/>
                </a:cubicBezTo>
                <a:close/>
                <a:moveTo>
                  <a:pt x="950172" y="728495"/>
                </a:moveTo>
                <a:cubicBezTo>
                  <a:pt x="964129" y="728495"/>
                  <a:pt x="975442" y="739809"/>
                  <a:pt x="975442" y="753766"/>
                </a:cubicBezTo>
                <a:cubicBezTo>
                  <a:pt x="975442" y="767723"/>
                  <a:pt x="964129" y="779037"/>
                  <a:pt x="950172" y="779037"/>
                </a:cubicBezTo>
                <a:cubicBezTo>
                  <a:pt x="936215" y="779037"/>
                  <a:pt x="924901" y="767723"/>
                  <a:pt x="924901" y="753766"/>
                </a:cubicBezTo>
                <a:cubicBezTo>
                  <a:pt x="924901" y="739809"/>
                  <a:pt x="936215" y="728495"/>
                  <a:pt x="950172" y="728495"/>
                </a:cubicBezTo>
                <a:close/>
                <a:moveTo>
                  <a:pt x="765192" y="728495"/>
                </a:moveTo>
                <a:cubicBezTo>
                  <a:pt x="779149" y="728495"/>
                  <a:pt x="790463" y="739809"/>
                  <a:pt x="790463" y="753766"/>
                </a:cubicBezTo>
                <a:cubicBezTo>
                  <a:pt x="790463" y="767723"/>
                  <a:pt x="779149" y="779037"/>
                  <a:pt x="765192" y="779037"/>
                </a:cubicBezTo>
                <a:cubicBezTo>
                  <a:pt x="751235" y="779037"/>
                  <a:pt x="739920" y="767723"/>
                  <a:pt x="739920" y="753766"/>
                </a:cubicBezTo>
                <a:cubicBezTo>
                  <a:pt x="739920" y="739809"/>
                  <a:pt x="751235" y="728495"/>
                  <a:pt x="765192" y="728495"/>
                </a:cubicBezTo>
                <a:close/>
                <a:moveTo>
                  <a:pt x="580213" y="728495"/>
                </a:moveTo>
                <a:cubicBezTo>
                  <a:pt x="594170" y="728495"/>
                  <a:pt x="605484" y="739809"/>
                  <a:pt x="605484" y="753766"/>
                </a:cubicBezTo>
                <a:cubicBezTo>
                  <a:pt x="605484" y="767723"/>
                  <a:pt x="594170" y="779037"/>
                  <a:pt x="580213" y="779037"/>
                </a:cubicBezTo>
                <a:cubicBezTo>
                  <a:pt x="566256" y="779037"/>
                  <a:pt x="554942" y="767723"/>
                  <a:pt x="554942" y="753766"/>
                </a:cubicBezTo>
                <a:cubicBezTo>
                  <a:pt x="554942" y="739809"/>
                  <a:pt x="566256" y="728495"/>
                  <a:pt x="580213" y="728495"/>
                </a:cubicBezTo>
                <a:close/>
                <a:moveTo>
                  <a:pt x="395233" y="728495"/>
                </a:moveTo>
                <a:cubicBezTo>
                  <a:pt x="409190" y="728495"/>
                  <a:pt x="420504" y="739809"/>
                  <a:pt x="420504" y="753766"/>
                </a:cubicBezTo>
                <a:cubicBezTo>
                  <a:pt x="420504" y="767723"/>
                  <a:pt x="409190" y="779037"/>
                  <a:pt x="395233" y="779037"/>
                </a:cubicBezTo>
                <a:cubicBezTo>
                  <a:pt x="381276" y="779037"/>
                  <a:pt x="369962" y="767723"/>
                  <a:pt x="369962" y="753766"/>
                </a:cubicBezTo>
                <a:cubicBezTo>
                  <a:pt x="369962" y="739809"/>
                  <a:pt x="381276" y="728495"/>
                  <a:pt x="395233" y="728495"/>
                </a:cubicBezTo>
                <a:close/>
                <a:moveTo>
                  <a:pt x="210252" y="728495"/>
                </a:moveTo>
                <a:cubicBezTo>
                  <a:pt x="224209" y="728495"/>
                  <a:pt x="235523" y="739809"/>
                  <a:pt x="235523" y="753766"/>
                </a:cubicBezTo>
                <a:cubicBezTo>
                  <a:pt x="235523" y="767723"/>
                  <a:pt x="224209" y="779037"/>
                  <a:pt x="210252" y="779037"/>
                </a:cubicBezTo>
                <a:cubicBezTo>
                  <a:pt x="196295" y="779037"/>
                  <a:pt x="184981" y="767723"/>
                  <a:pt x="184981" y="753766"/>
                </a:cubicBezTo>
                <a:cubicBezTo>
                  <a:pt x="184981" y="739809"/>
                  <a:pt x="196295" y="728495"/>
                  <a:pt x="210252" y="728495"/>
                </a:cubicBezTo>
                <a:close/>
                <a:moveTo>
                  <a:pt x="25272" y="728495"/>
                </a:moveTo>
                <a:cubicBezTo>
                  <a:pt x="39229" y="728495"/>
                  <a:pt x="50543" y="739809"/>
                  <a:pt x="50543" y="753766"/>
                </a:cubicBezTo>
                <a:cubicBezTo>
                  <a:pt x="50543" y="767723"/>
                  <a:pt x="39229" y="779037"/>
                  <a:pt x="25272" y="779037"/>
                </a:cubicBezTo>
                <a:cubicBezTo>
                  <a:pt x="11315" y="779037"/>
                  <a:pt x="1" y="767723"/>
                  <a:pt x="1" y="753766"/>
                </a:cubicBezTo>
                <a:cubicBezTo>
                  <a:pt x="1" y="739809"/>
                  <a:pt x="11315" y="728495"/>
                  <a:pt x="25272" y="728495"/>
                </a:cubicBezTo>
                <a:close/>
                <a:moveTo>
                  <a:pt x="2867067" y="601064"/>
                </a:moveTo>
                <a:cubicBezTo>
                  <a:pt x="2881024" y="601064"/>
                  <a:pt x="2892338" y="612378"/>
                  <a:pt x="2892338" y="626335"/>
                </a:cubicBezTo>
                <a:cubicBezTo>
                  <a:pt x="2892338" y="640292"/>
                  <a:pt x="2881024" y="651606"/>
                  <a:pt x="2867067" y="651606"/>
                </a:cubicBezTo>
                <a:cubicBezTo>
                  <a:pt x="2853110" y="651606"/>
                  <a:pt x="2841796" y="640292"/>
                  <a:pt x="2841796" y="626335"/>
                </a:cubicBezTo>
                <a:cubicBezTo>
                  <a:pt x="2841796" y="612378"/>
                  <a:pt x="2853110" y="601064"/>
                  <a:pt x="2867067" y="601064"/>
                </a:cubicBezTo>
                <a:close/>
                <a:moveTo>
                  <a:pt x="2682086" y="601064"/>
                </a:moveTo>
                <a:cubicBezTo>
                  <a:pt x="2696043" y="601064"/>
                  <a:pt x="2707357" y="612378"/>
                  <a:pt x="2707357" y="626335"/>
                </a:cubicBezTo>
                <a:cubicBezTo>
                  <a:pt x="2707357" y="640292"/>
                  <a:pt x="2696043" y="651606"/>
                  <a:pt x="2682086" y="651606"/>
                </a:cubicBezTo>
                <a:cubicBezTo>
                  <a:pt x="2668129" y="651606"/>
                  <a:pt x="2656815" y="640292"/>
                  <a:pt x="2656815" y="626335"/>
                </a:cubicBezTo>
                <a:cubicBezTo>
                  <a:pt x="2656815" y="612378"/>
                  <a:pt x="2668129" y="601064"/>
                  <a:pt x="2682086" y="601064"/>
                </a:cubicBezTo>
                <a:close/>
                <a:moveTo>
                  <a:pt x="2497106" y="601064"/>
                </a:moveTo>
                <a:cubicBezTo>
                  <a:pt x="2511063" y="601064"/>
                  <a:pt x="2522377" y="612378"/>
                  <a:pt x="2522377" y="626335"/>
                </a:cubicBezTo>
                <a:cubicBezTo>
                  <a:pt x="2522377" y="640292"/>
                  <a:pt x="2511063" y="651606"/>
                  <a:pt x="2497106" y="651606"/>
                </a:cubicBezTo>
                <a:cubicBezTo>
                  <a:pt x="2483149" y="651606"/>
                  <a:pt x="2471835" y="640292"/>
                  <a:pt x="2471835" y="626335"/>
                </a:cubicBezTo>
                <a:cubicBezTo>
                  <a:pt x="2471835" y="612378"/>
                  <a:pt x="2483149" y="601064"/>
                  <a:pt x="2497106" y="601064"/>
                </a:cubicBezTo>
                <a:close/>
                <a:moveTo>
                  <a:pt x="2312127" y="601064"/>
                </a:moveTo>
                <a:cubicBezTo>
                  <a:pt x="2326084" y="601064"/>
                  <a:pt x="2337398" y="612378"/>
                  <a:pt x="2337398" y="626335"/>
                </a:cubicBezTo>
                <a:cubicBezTo>
                  <a:pt x="2337398" y="640292"/>
                  <a:pt x="2326084" y="651606"/>
                  <a:pt x="2312127" y="651606"/>
                </a:cubicBezTo>
                <a:cubicBezTo>
                  <a:pt x="2298170" y="651606"/>
                  <a:pt x="2286856" y="640292"/>
                  <a:pt x="2286856" y="626335"/>
                </a:cubicBezTo>
                <a:cubicBezTo>
                  <a:pt x="2286856" y="612378"/>
                  <a:pt x="2298170" y="601064"/>
                  <a:pt x="2312127" y="601064"/>
                </a:cubicBezTo>
                <a:close/>
                <a:moveTo>
                  <a:pt x="2127147" y="601064"/>
                </a:moveTo>
                <a:cubicBezTo>
                  <a:pt x="2141104" y="601064"/>
                  <a:pt x="2152418" y="612378"/>
                  <a:pt x="2152418" y="626335"/>
                </a:cubicBezTo>
                <a:cubicBezTo>
                  <a:pt x="2152418" y="640292"/>
                  <a:pt x="2141104" y="651606"/>
                  <a:pt x="2127147" y="651606"/>
                </a:cubicBezTo>
                <a:cubicBezTo>
                  <a:pt x="2113190" y="651606"/>
                  <a:pt x="2101876" y="640292"/>
                  <a:pt x="2101876" y="626335"/>
                </a:cubicBezTo>
                <a:cubicBezTo>
                  <a:pt x="2101876" y="612378"/>
                  <a:pt x="2113190" y="601064"/>
                  <a:pt x="2127147" y="601064"/>
                </a:cubicBezTo>
                <a:close/>
                <a:moveTo>
                  <a:pt x="1942166" y="601064"/>
                </a:moveTo>
                <a:cubicBezTo>
                  <a:pt x="1956123" y="601064"/>
                  <a:pt x="1967437" y="612378"/>
                  <a:pt x="1967437" y="626335"/>
                </a:cubicBezTo>
                <a:cubicBezTo>
                  <a:pt x="1967437" y="640292"/>
                  <a:pt x="1956123" y="651606"/>
                  <a:pt x="1942166" y="651606"/>
                </a:cubicBezTo>
                <a:cubicBezTo>
                  <a:pt x="1928209" y="651606"/>
                  <a:pt x="1916895" y="640292"/>
                  <a:pt x="1916895" y="626335"/>
                </a:cubicBezTo>
                <a:cubicBezTo>
                  <a:pt x="1916895" y="612378"/>
                  <a:pt x="1928209" y="601064"/>
                  <a:pt x="1942166" y="601064"/>
                </a:cubicBezTo>
                <a:close/>
                <a:moveTo>
                  <a:pt x="1757186" y="601064"/>
                </a:moveTo>
                <a:cubicBezTo>
                  <a:pt x="1771143" y="601064"/>
                  <a:pt x="1782457" y="612378"/>
                  <a:pt x="1782457" y="626335"/>
                </a:cubicBezTo>
                <a:cubicBezTo>
                  <a:pt x="1782457" y="640292"/>
                  <a:pt x="1771143" y="651606"/>
                  <a:pt x="1757186" y="651606"/>
                </a:cubicBezTo>
                <a:cubicBezTo>
                  <a:pt x="1743229" y="651606"/>
                  <a:pt x="1731915" y="640292"/>
                  <a:pt x="1731915" y="626335"/>
                </a:cubicBezTo>
                <a:cubicBezTo>
                  <a:pt x="1731915" y="612378"/>
                  <a:pt x="1743229" y="601064"/>
                  <a:pt x="1757186" y="601064"/>
                </a:cubicBezTo>
                <a:close/>
                <a:moveTo>
                  <a:pt x="1135152" y="582796"/>
                </a:moveTo>
                <a:cubicBezTo>
                  <a:pt x="1149109" y="582796"/>
                  <a:pt x="1160423" y="594110"/>
                  <a:pt x="1160423" y="608067"/>
                </a:cubicBezTo>
                <a:cubicBezTo>
                  <a:pt x="1160423" y="622024"/>
                  <a:pt x="1149109" y="633338"/>
                  <a:pt x="1135152" y="633338"/>
                </a:cubicBezTo>
                <a:cubicBezTo>
                  <a:pt x="1121195" y="633338"/>
                  <a:pt x="1109881" y="622024"/>
                  <a:pt x="1109881" y="608067"/>
                </a:cubicBezTo>
                <a:cubicBezTo>
                  <a:pt x="1109881" y="594110"/>
                  <a:pt x="1121195" y="582796"/>
                  <a:pt x="1135152" y="582796"/>
                </a:cubicBezTo>
                <a:close/>
                <a:moveTo>
                  <a:pt x="950172" y="582796"/>
                </a:moveTo>
                <a:cubicBezTo>
                  <a:pt x="964129" y="582796"/>
                  <a:pt x="975442" y="594110"/>
                  <a:pt x="975442" y="608067"/>
                </a:cubicBezTo>
                <a:cubicBezTo>
                  <a:pt x="975442" y="622024"/>
                  <a:pt x="964129" y="633338"/>
                  <a:pt x="950172" y="633338"/>
                </a:cubicBezTo>
                <a:cubicBezTo>
                  <a:pt x="936215" y="633338"/>
                  <a:pt x="924901" y="622024"/>
                  <a:pt x="924901" y="608067"/>
                </a:cubicBezTo>
                <a:cubicBezTo>
                  <a:pt x="924901" y="594110"/>
                  <a:pt x="936215" y="582796"/>
                  <a:pt x="950172" y="582796"/>
                </a:cubicBezTo>
                <a:close/>
                <a:moveTo>
                  <a:pt x="765192" y="582796"/>
                </a:moveTo>
                <a:cubicBezTo>
                  <a:pt x="779149" y="582796"/>
                  <a:pt x="790463" y="594110"/>
                  <a:pt x="790463" y="608067"/>
                </a:cubicBezTo>
                <a:cubicBezTo>
                  <a:pt x="790463" y="622024"/>
                  <a:pt x="779149" y="633338"/>
                  <a:pt x="765192" y="633338"/>
                </a:cubicBezTo>
                <a:cubicBezTo>
                  <a:pt x="751235" y="633338"/>
                  <a:pt x="739921" y="622024"/>
                  <a:pt x="739921" y="608067"/>
                </a:cubicBezTo>
                <a:cubicBezTo>
                  <a:pt x="739921" y="594110"/>
                  <a:pt x="751235" y="582796"/>
                  <a:pt x="765192" y="582796"/>
                </a:cubicBezTo>
                <a:close/>
                <a:moveTo>
                  <a:pt x="580213" y="582796"/>
                </a:moveTo>
                <a:cubicBezTo>
                  <a:pt x="594170" y="582796"/>
                  <a:pt x="605484" y="594110"/>
                  <a:pt x="605484" y="608067"/>
                </a:cubicBezTo>
                <a:cubicBezTo>
                  <a:pt x="605484" y="622024"/>
                  <a:pt x="594170" y="633338"/>
                  <a:pt x="580213" y="633338"/>
                </a:cubicBezTo>
                <a:cubicBezTo>
                  <a:pt x="566256" y="633338"/>
                  <a:pt x="554942" y="622024"/>
                  <a:pt x="554942" y="608067"/>
                </a:cubicBezTo>
                <a:cubicBezTo>
                  <a:pt x="554942" y="594110"/>
                  <a:pt x="566256" y="582796"/>
                  <a:pt x="580213" y="582796"/>
                </a:cubicBezTo>
                <a:close/>
                <a:moveTo>
                  <a:pt x="395233" y="582796"/>
                </a:moveTo>
                <a:cubicBezTo>
                  <a:pt x="409190" y="582796"/>
                  <a:pt x="420504" y="594110"/>
                  <a:pt x="420504" y="608067"/>
                </a:cubicBezTo>
                <a:cubicBezTo>
                  <a:pt x="420504" y="622024"/>
                  <a:pt x="409190" y="633338"/>
                  <a:pt x="395233" y="633338"/>
                </a:cubicBezTo>
                <a:cubicBezTo>
                  <a:pt x="381276" y="633338"/>
                  <a:pt x="369962" y="622024"/>
                  <a:pt x="369962" y="608067"/>
                </a:cubicBezTo>
                <a:cubicBezTo>
                  <a:pt x="369962" y="594110"/>
                  <a:pt x="381276" y="582796"/>
                  <a:pt x="395233" y="582796"/>
                </a:cubicBezTo>
                <a:close/>
                <a:moveTo>
                  <a:pt x="210252" y="582796"/>
                </a:moveTo>
                <a:cubicBezTo>
                  <a:pt x="224209" y="582796"/>
                  <a:pt x="235523" y="594110"/>
                  <a:pt x="235523" y="608067"/>
                </a:cubicBezTo>
                <a:cubicBezTo>
                  <a:pt x="235523" y="622024"/>
                  <a:pt x="224209" y="633338"/>
                  <a:pt x="210252" y="633338"/>
                </a:cubicBezTo>
                <a:cubicBezTo>
                  <a:pt x="196295" y="633338"/>
                  <a:pt x="184981" y="622024"/>
                  <a:pt x="184981" y="608067"/>
                </a:cubicBezTo>
                <a:cubicBezTo>
                  <a:pt x="184981" y="594110"/>
                  <a:pt x="196295" y="582796"/>
                  <a:pt x="210252" y="582796"/>
                </a:cubicBezTo>
                <a:close/>
                <a:moveTo>
                  <a:pt x="25272" y="582796"/>
                </a:moveTo>
                <a:cubicBezTo>
                  <a:pt x="39229" y="582796"/>
                  <a:pt x="50543" y="594110"/>
                  <a:pt x="50543" y="608067"/>
                </a:cubicBezTo>
                <a:cubicBezTo>
                  <a:pt x="50543" y="622024"/>
                  <a:pt x="39229" y="633338"/>
                  <a:pt x="25272" y="633338"/>
                </a:cubicBezTo>
                <a:cubicBezTo>
                  <a:pt x="11315" y="633338"/>
                  <a:pt x="1" y="622024"/>
                  <a:pt x="1" y="608067"/>
                </a:cubicBezTo>
                <a:cubicBezTo>
                  <a:pt x="1" y="594110"/>
                  <a:pt x="11315" y="582796"/>
                  <a:pt x="25272" y="582796"/>
                </a:cubicBezTo>
                <a:close/>
                <a:moveTo>
                  <a:pt x="2867067" y="455365"/>
                </a:moveTo>
                <a:cubicBezTo>
                  <a:pt x="2881024" y="455365"/>
                  <a:pt x="2892338" y="466678"/>
                  <a:pt x="2892338" y="480635"/>
                </a:cubicBezTo>
                <a:cubicBezTo>
                  <a:pt x="2892338" y="494592"/>
                  <a:pt x="2881024" y="505906"/>
                  <a:pt x="2867067" y="505906"/>
                </a:cubicBezTo>
                <a:cubicBezTo>
                  <a:pt x="2853110" y="505906"/>
                  <a:pt x="2841796" y="494592"/>
                  <a:pt x="2841796" y="480635"/>
                </a:cubicBezTo>
                <a:cubicBezTo>
                  <a:pt x="2841796" y="466678"/>
                  <a:pt x="2853110" y="455365"/>
                  <a:pt x="2867067" y="455365"/>
                </a:cubicBezTo>
                <a:close/>
                <a:moveTo>
                  <a:pt x="2682086" y="455365"/>
                </a:moveTo>
                <a:cubicBezTo>
                  <a:pt x="2696043" y="455365"/>
                  <a:pt x="2707357" y="466678"/>
                  <a:pt x="2707357" y="480635"/>
                </a:cubicBezTo>
                <a:cubicBezTo>
                  <a:pt x="2707357" y="494592"/>
                  <a:pt x="2696043" y="505906"/>
                  <a:pt x="2682086" y="505906"/>
                </a:cubicBezTo>
                <a:cubicBezTo>
                  <a:pt x="2668129" y="505906"/>
                  <a:pt x="2656815" y="494592"/>
                  <a:pt x="2656815" y="480635"/>
                </a:cubicBezTo>
                <a:cubicBezTo>
                  <a:pt x="2656815" y="466678"/>
                  <a:pt x="2668129" y="455365"/>
                  <a:pt x="2682086" y="455365"/>
                </a:cubicBezTo>
                <a:close/>
                <a:moveTo>
                  <a:pt x="2497106" y="455365"/>
                </a:moveTo>
                <a:cubicBezTo>
                  <a:pt x="2511063" y="455365"/>
                  <a:pt x="2522377" y="466678"/>
                  <a:pt x="2522377" y="480635"/>
                </a:cubicBezTo>
                <a:cubicBezTo>
                  <a:pt x="2522377" y="494592"/>
                  <a:pt x="2511063" y="505906"/>
                  <a:pt x="2497106" y="505906"/>
                </a:cubicBezTo>
                <a:cubicBezTo>
                  <a:pt x="2483149" y="505906"/>
                  <a:pt x="2471835" y="494592"/>
                  <a:pt x="2471835" y="480635"/>
                </a:cubicBezTo>
                <a:cubicBezTo>
                  <a:pt x="2471835" y="466678"/>
                  <a:pt x="2483149" y="455365"/>
                  <a:pt x="2497106" y="455365"/>
                </a:cubicBezTo>
                <a:close/>
                <a:moveTo>
                  <a:pt x="2312127" y="455365"/>
                </a:moveTo>
                <a:cubicBezTo>
                  <a:pt x="2326084" y="455365"/>
                  <a:pt x="2337398" y="466678"/>
                  <a:pt x="2337398" y="480635"/>
                </a:cubicBezTo>
                <a:cubicBezTo>
                  <a:pt x="2337398" y="494592"/>
                  <a:pt x="2326084" y="505906"/>
                  <a:pt x="2312127" y="505906"/>
                </a:cubicBezTo>
                <a:cubicBezTo>
                  <a:pt x="2298170" y="505906"/>
                  <a:pt x="2286856" y="494592"/>
                  <a:pt x="2286856" y="480635"/>
                </a:cubicBezTo>
                <a:cubicBezTo>
                  <a:pt x="2286856" y="466678"/>
                  <a:pt x="2298170" y="455365"/>
                  <a:pt x="2312127" y="455365"/>
                </a:cubicBezTo>
                <a:close/>
                <a:moveTo>
                  <a:pt x="2127147" y="455365"/>
                </a:moveTo>
                <a:cubicBezTo>
                  <a:pt x="2141104" y="455365"/>
                  <a:pt x="2152418" y="466678"/>
                  <a:pt x="2152418" y="480635"/>
                </a:cubicBezTo>
                <a:cubicBezTo>
                  <a:pt x="2152418" y="494592"/>
                  <a:pt x="2141104" y="505906"/>
                  <a:pt x="2127147" y="505906"/>
                </a:cubicBezTo>
                <a:cubicBezTo>
                  <a:pt x="2113190" y="505906"/>
                  <a:pt x="2101876" y="494592"/>
                  <a:pt x="2101876" y="480635"/>
                </a:cubicBezTo>
                <a:cubicBezTo>
                  <a:pt x="2101876" y="466678"/>
                  <a:pt x="2113190" y="455365"/>
                  <a:pt x="2127147" y="455365"/>
                </a:cubicBezTo>
                <a:close/>
                <a:moveTo>
                  <a:pt x="1942166" y="455365"/>
                </a:moveTo>
                <a:cubicBezTo>
                  <a:pt x="1956123" y="455365"/>
                  <a:pt x="1967437" y="466678"/>
                  <a:pt x="1967437" y="480635"/>
                </a:cubicBezTo>
                <a:cubicBezTo>
                  <a:pt x="1967437" y="494592"/>
                  <a:pt x="1956123" y="505906"/>
                  <a:pt x="1942166" y="505906"/>
                </a:cubicBezTo>
                <a:cubicBezTo>
                  <a:pt x="1928209" y="505906"/>
                  <a:pt x="1916895" y="494592"/>
                  <a:pt x="1916895" y="480635"/>
                </a:cubicBezTo>
                <a:cubicBezTo>
                  <a:pt x="1916895" y="466678"/>
                  <a:pt x="1928209" y="455365"/>
                  <a:pt x="1942166" y="455365"/>
                </a:cubicBezTo>
                <a:close/>
                <a:moveTo>
                  <a:pt x="1757186" y="455365"/>
                </a:moveTo>
                <a:cubicBezTo>
                  <a:pt x="1771143" y="455365"/>
                  <a:pt x="1782457" y="466678"/>
                  <a:pt x="1782457" y="480635"/>
                </a:cubicBezTo>
                <a:cubicBezTo>
                  <a:pt x="1782457" y="494592"/>
                  <a:pt x="1771143" y="505906"/>
                  <a:pt x="1757186" y="505906"/>
                </a:cubicBezTo>
                <a:cubicBezTo>
                  <a:pt x="1743229" y="505906"/>
                  <a:pt x="1731915" y="494592"/>
                  <a:pt x="1731915" y="480635"/>
                </a:cubicBezTo>
                <a:cubicBezTo>
                  <a:pt x="1731915" y="466678"/>
                  <a:pt x="1743229" y="455365"/>
                  <a:pt x="1757186" y="455365"/>
                </a:cubicBezTo>
                <a:close/>
                <a:moveTo>
                  <a:pt x="210252" y="437097"/>
                </a:moveTo>
                <a:cubicBezTo>
                  <a:pt x="224209" y="437097"/>
                  <a:pt x="235523" y="448411"/>
                  <a:pt x="235523" y="462367"/>
                </a:cubicBezTo>
                <a:cubicBezTo>
                  <a:pt x="235523" y="476324"/>
                  <a:pt x="224209" y="487638"/>
                  <a:pt x="210252" y="487638"/>
                </a:cubicBezTo>
                <a:cubicBezTo>
                  <a:pt x="196295" y="487638"/>
                  <a:pt x="184981" y="476324"/>
                  <a:pt x="184981" y="462367"/>
                </a:cubicBezTo>
                <a:cubicBezTo>
                  <a:pt x="184981" y="448411"/>
                  <a:pt x="196295" y="437097"/>
                  <a:pt x="210252" y="437097"/>
                </a:cubicBezTo>
                <a:close/>
                <a:moveTo>
                  <a:pt x="25272" y="437097"/>
                </a:moveTo>
                <a:cubicBezTo>
                  <a:pt x="39229" y="437097"/>
                  <a:pt x="50543" y="448411"/>
                  <a:pt x="50543" y="462367"/>
                </a:cubicBezTo>
                <a:cubicBezTo>
                  <a:pt x="50543" y="476324"/>
                  <a:pt x="39229" y="487638"/>
                  <a:pt x="25272" y="487638"/>
                </a:cubicBezTo>
                <a:cubicBezTo>
                  <a:pt x="11315" y="487638"/>
                  <a:pt x="1" y="476324"/>
                  <a:pt x="1" y="462367"/>
                </a:cubicBezTo>
                <a:cubicBezTo>
                  <a:pt x="1" y="448411"/>
                  <a:pt x="11315" y="437097"/>
                  <a:pt x="25272" y="437097"/>
                </a:cubicBezTo>
                <a:close/>
                <a:moveTo>
                  <a:pt x="950172" y="437096"/>
                </a:moveTo>
                <a:cubicBezTo>
                  <a:pt x="964129" y="437096"/>
                  <a:pt x="975442" y="448411"/>
                  <a:pt x="975442" y="462367"/>
                </a:cubicBezTo>
                <a:cubicBezTo>
                  <a:pt x="975442" y="476324"/>
                  <a:pt x="964129" y="487638"/>
                  <a:pt x="950172" y="487638"/>
                </a:cubicBezTo>
                <a:cubicBezTo>
                  <a:pt x="936215" y="487638"/>
                  <a:pt x="924901" y="476324"/>
                  <a:pt x="924901" y="462367"/>
                </a:cubicBezTo>
                <a:cubicBezTo>
                  <a:pt x="924901" y="448411"/>
                  <a:pt x="936215" y="437096"/>
                  <a:pt x="950172" y="437096"/>
                </a:cubicBezTo>
                <a:close/>
                <a:moveTo>
                  <a:pt x="765192" y="437096"/>
                </a:moveTo>
                <a:cubicBezTo>
                  <a:pt x="779149" y="437096"/>
                  <a:pt x="790463" y="448411"/>
                  <a:pt x="790463" y="462367"/>
                </a:cubicBezTo>
                <a:cubicBezTo>
                  <a:pt x="790463" y="476324"/>
                  <a:pt x="779149" y="487638"/>
                  <a:pt x="765192" y="487638"/>
                </a:cubicBezTo>
                <a:cubicBezTo>
                  <a:pt x="751235" y="487638"/>
                  <a:pt x="739921" y="476324"/>
                  <a:pt x="739921" y="462367"/>
                </a:cubicBezTo>
                <a:cubicBezTo>
                  <a:pt x="739921" y="448411"/>
                  <a:pt x="751235" y="437096"/>
                  <a:pt x="765192" y="437096"/>
                </a:cubicBezTo>
                <a:close/>
                <a:moveTo>
                  <a:pt x="580214" y="437096"/>
                </a:moveTo>
                <a:cubicBezTo>
                  <a:pt x="594170" y="437096"/>
                  <a:pt x="605484" y="448411"/>
                  <a:pt x="605484" y="462367"/>
                </a:cubicBezTo>
                <a:cubicBezTo>
                  <a:pt x="605484" y="476324"/>
                  <a:pt x="594170" y="487638"/>
                  <a:pt x="580214" y="487638"/>
                </a:cubicBezTo>
                <a:cubicBezTo>
                  <a:pt x="566257" y="487638"/>
                  <a:pt x="554942" y="476324"/>
                  <a:pt x="554942" y="462367"/>
                </a:cubicBezTo>
                <a:cubicBezTo>
                  <a:pt x="554942" y="448411"/>
                  <a:pt x="566257" y="437096"/>
                  <a:pt x="580214" y="437096"/>
                </a:cubicBezTo>
                <a:close/>
                <a:moveTo>
                  <a:pt x="395233" y="437096"/>
                </a:moveTo>
                <a:cubicBezTo>
                  <a:pt x="409190" y="437096"/>
                  <a:pt x="420504" y="448411"/>
                  <a:pt x="420504" y="462367"/>
                </a:cubicBezTo>
                <a:cubicBezTo>
                  <a:pt x="420504" y="476324"/>
                  <a:pt x="409190" y="487638"/>
                  <a:pt x="395233" y="487638"/>
                </a:cubicBezTo>
                <a:cubicBezTo>
                  <a:pt x="381276" y="487638"/>
                  <a:pt x="369962" y="476324"/>
                  <a:pt x="369962" y="462367"/>
                </a:cubicBezTo>
                <a:cubicBezTo>
                  <a:pt x="369962" y="448411"/>
                  <a:pt x="381276" y="437096"/>
                  <a:pt x="395233" y="437096"/>
                </a:cubicBezTo>
                <a:close/>
                <a:moveTo>
                  <a:pt x="1135152" y="437096"/>
                </a:moveTo>
                <a:cubicBezTo>
                  <a:pt x="1149109" y="437096"/>
                  <a:pt x="1160423" y="448410"/>
                  <a:pt x="1160423" y="462367"/>
                </a:cubicBezTo>
                <a:cubicBezTo>
                  <a:pt x="1160423" y="476324"/>
                  <a:pt x="1149109" y="487638"/>
                  <a:pt x="1135152" y="487638"/>
                </a:cubicBezTo>
                <a:cubicBezTo>
                  <a:pt x="1121195" y="487638"/>
                  <a:pt x="1109881" y="476324"/>
                  <a:pt x="1109881" y="462367"/>
                </a:cubicBezTo>
                <a:cubicBezTo>
                  <a:pt x="1109881" y="448410"/>
                  <a:pt x="1121195" y="437096"/>
                  <a:pt x="1135152" y="437096"/>
                </a:cubicBezTo>
                <a:close/>
                <a:moveTo>
                  <a:pt x="2497106" y="309666"/>
                </a:moveTo>
                <a:cubicBezTo>
                  <a:pt x="2511063" y="309666"/>
                  <a:pt x="2522377" y="320981"/>
                  <a:pt x="2522377" y="334937"/>
                </a:cubicBezTo>
                <a:cubicBezTo>
                  <a:pt x="2522377" y="348894"/>
                  <a:pt x="2511063" y="360209"/>
                  <a:pt x="2497106" y="360209"/>
                </a:cubicBezTo>
                <a:cubicBezTo>
                  <a:pt x="2483149" y="360209"/>
                  <a:pt x="2471835" y="348894"/>
                  <a:pt x="2471835" y="334937"/>
                </a:cubicBezTo>
                <a:cubicBezTo>
                  <a:pt x="2471835" y="320981"/>
                  <a:pt x="2483149" y="309666"/>
                  <a:pt x="2497106" y="309666"/>
                </a:cubicBezTo>
                <a:close/>
                <a:moveTo>
                  <a:pt x="2312127" y="309666"/>
                </a:moveTo>
                <a:cubicBezTo>
                  <a:pt x="2326084" y="309666"/>
                  <a:pt x="2337398" y="320981"/>
                  <a:pt x="2337398" y="334937"/>
                </a:cubicBezTo>
                <a:cubicBezTo>
                  <a:pt x="2337398" y="348894"/>
                  <a:pt x="2326084" y="360209"/>
                  <a:pt x="2312127" y="360209"/>
                </a:cubicBezTo>
                <a:cubicBezTo>
                  <a:pt x="2298170" y="360209"/>
                  <a:pt x="2286856" y="348894"/>
                  <a:pt x="2286856" y="334937"/>
                </a:cubicBezTo>
                <a:cubicBezTo>
                  <a:pt x="2286856" y="320981"/>
                  <a:pt x="2298170" y="309666"/>
                  <a:pt x="2312127" y="309666"/>
                </a:cubicBezTo>
                <a:close/>
                <a:moveTo>
                  <a:pt x="2127147" y="309666"/>
                </a:moveTo>
                <a:cubicBezTo>
                  <a:pt x="2141104" y="309666"/>
                  <a:pt x="2152418" y="320981"/>
                  <a:pt x="2152418" y="334937"/>
                </a:cubicBezTo>
                <a:cubicBezTo>
                  <a:pt x="2152418" y="348894"/>
                  <a:pt x="2141104" y="360209"/>
                  <a:pt x="2127147" y="360209"/>
                </a:cubicBezTo>
                <a:cubicBezTo>
                  <a:pt x="2113190" y="360209"/>
                  <a:pt x="2101876" y="348894"/>
                  <a:pt x="2101876" y="334937"/>
                </a:cubicBezTo>
                <a:cubicBezTo>
                  <a:pt x="2101876" y="320981"/>
                  <a:pt x="2113190" y="309666"/>
                  <a:pt x="2127147" y="309666"/>
                </a:cubicBezTo>
                <a:close/>
                <a:moveTo>
                  <a:pt x="1942166" y="309666"/>
                </a:moveTo>
                <a:cubicBezTo>
                  <a:pt x="1956123" y="309666"/>
                  <a:pt x="1967437" y="320981"/>
                  <a:pt x="1967437" y="334937"/>
                </a:cubicBezTo>
                <a:cubicBezTo>
                  <a:pt x="1967437" y="348894"/>
                  <a:pt x="1956123" y="360209"/>
                  <a:pt x="1942166" y="360209"/>
                </a:cubicBezTo>
                <a:cubicBezTo>
                  <a:pt x="1928209" y="360209"/>
                  <a:pt x="1916895" y="348894"/>
                  <a:pt x="1916895" y="334937"/>
                </a:cubicBezTo>
                <a:cubicBezTo>
                  <a:pt x="1916895" y="320981"/>
                  <a:pt x="1928209" y="309666"/>
                  <a:pt x="1942166" y="309666"/>
                </a:cubicBezTo>
                <a:close/>
                <a:moveTo>
                  <a:pt x="1757186" y="309666"/>
                </a:moveTo>
                <a:cubicBezTo>
                  <a:pt x="1771143" y="309666"/>
                  <a:pt x="1782457" y="320981"/>
                  <a:pt x="1782457" y="334937"/>
                </a:cubicBezTo>
                <a:cubicBezTo>
                  <a:pt x="1782457" y="348895"/>
                  <a:pt x="1771143" y="360209"/>
                  <a:pt x="1757186" y="360209"/>
                </a:cubicBezTo>
                <a:cubicBezTo>
                  <a:pt x="1743229" y="360209"/>
                  <a:pt x="1731915" y="348895"/>
                  <a:pt x="1731915" y="334937"/>
                </a:cubicBezTo>
                <a:cubicBezTo>
                  <a:pt x="1731915" y="320981"/>
                  <a:pt x="1743229" y="309666"/>
                  <a:pt x="1757186" y="309666"/>
                </a:cubicBezTo>
                <a:close/>
                <a:moveTo>
                  <a:pt x="2867067" y="309666"/>
                </a:moveTo>
                <a:cubicBezTo>
                  <a:pt x="2881024" y="309666"/>
                  <a:pt x="2892338" y="320981"/>
                  <a:pt x="2892338" y="334937"/>
                </a:cubicBezTo>
                <a:cubicBezTo>
                  <a:pt x="2892338" y="348894"/>
                  <a:pt x="2881024" y="360209"/>
                  <a:pt x="2867067" y="360209"/>
                </a:cubicBezTo>
                <a:cubicBezTo>
                  <a:pt x="2853110" y="360209"/>
                  <a:pt x="2841796" y="348894"/>
                  <a:pt x="2841796" y="334937"/>
                </a:cubicBezTo>
                <a:cubicBezTo>
                  <a:pt x="2841796" y="320981"/>
                  <a:pt x="2853110" y="309666"/>
                  <a:pt x="2867067" y="309666"/>
                </a:cubicBezTo>
                <a:close/>
                <a:moveTo>
                  <a:pt x="2682086" y="309666"/>
                </a:moveTo>
                <a:cubicBezTo>
                  <a:pt x="2696043" y="309666"/>
                  <a:pt x="2707357" y="320981"/>
                  <a:pt x="2707357" y="334937"/>
                </a:cubicBezTo>
                <a:cubicBezTo>
                  <a:pt x="2707357" y="348894"/>
                  <a:pt x="2696043" y="360209"/>
                  <a:pt x="2682086" y="360209"/>
                </a:cubicBezTo>
                <a:cubicBezTo>
                  <a:pt x="2668129" y="360209"/>
                  <a:pt x="2656815" y="348894"/>
                  <a:pt x="2656815" y="334937"/>
                </a:cubicBezTo>
                <a:cubicBezTo>
                  <a:pt x="2656815" y="320981"/>
                  <a:pt x="2668129" y="309666"/>
                  <a:pt x="2682086" y="309666"/>
                </a:cubicBezTo>
                <a:close/>
                <a:moveTo>
                  <a:pt x="580214" y="291398"/>
                </a:moveTo>
                <a:cubicBezTo>
                  <a:pt x="594171" y="291398"/>
                  <a:pt x="605485" y="302712"/>
                  <a:pt x="605485" y="316669"/>
                </a:cubicBezTo>
                <a:cubicBezTo>
                  <a:pt x="605485" y="330626"/>
                  <a:pt x="594171" y="341940"/>
                  <a:pt x="580214" y="341940"/>
                </a:cubicBezTo>
                <a:cubicBezTo>
                  <a:pt x="566257" y="341940"/>
                  <a:pt x="554943" y="330626"/>
                  <a:pt x="554943" y="316669"/>
                </a:cubicBezTo>
                <a:cubicBezTo>
                  <a:pt x="554943" y="302712"/>
                  <a:pt x="566257" y="291398"/>
                  <a:pt x="580214" y="291398"/>
                </a:cubicBezTo>
                <a:close/>
                <a:moveTo>
                  <a:pt x="395233" y="291398"/>
                </a:moveTo>
                <a:cubicBezTo>
                  <a:pt x="409190" y="291398"/>
                  <a:pt x="420504" y="302712"/>
                  <a:pt x="420504" y="316669"/>
                </a:cubicBezTo>
                <a:cubicBezTo>
                  <a:pt x="420504" y="330626"/>
                  <a:pt x="409190" y="341940"/>
                  <a:pt x="395233" y="341940"/>
                </a:cubicBezTo>
                <a:cubicBezTo>
                  <a:pt x="381276" y="341940"/>
                  <a:pt x="369962" y="330626"/>
                  <a:pt x="369962" y="316669"/>
                </a:cubicBezTo>
                <a:cubicBezTo>
                  <a:pt x="369962" y="302712"/>
                  <a:pt x="381276" y="291398"/>
                  <a:pt x="395233" y="291398"/>
                </a:cubicBezTo>
                <a:close/>
                <a:moveTo>
                  <a:pt x="210253" y="291398"/>
                </a:moveTo>
                <a:cubicBezTo>
                  <a:pt x="224210" y="291398"/>
                  <a:pt x="235524" y="302712"/>
                  <a:pt x="235524" y="316669"/>
                </a:cubicBezTo>
                <a:cubicBezTo>
                  <a:pt x="235524" y="330626"/>
                  <a:pt x="224210" y="341940"/>
                  <a:pt x="210253" y="341940"/>
                </a:cubicBezTo>
                <a:cubicBezTo>
                  <a:pt x="196296" y="341940"/>
                  <a:pt x="184982" y="330626"/>
                  <a:pt x="184982" y="316669"/>
                </a:cubicBezTo>
                <a:cubicBezTo>
                  <a:pt x="184982" y="302712"/>
                  <a:pt x="196296" y="291398"/>
                  <a:pt x="210253" y="291398"/>
                </a:cubicBezTo>
                <a:close/>
                <a:moveTo>
                  <a:pt x="25273" y="291398"/>
                </a:moveTo>
                <a:cubicBezTo>
                  <a:pt x="39230" y="291398"/>
                  <a:pt x="50544" y="302712"/>
                  <a:pt x="50544" y="316669"/>
                </a:cubicBezTo>
                <a:cubicBezTo>
                  <a:pt x="50544" y="330626"/>
                  <a:pt x="39230" y="341940"/>
                  <a:pt x="25273" y="341940"/>
                </a:cubicBezTo>
                <a:cubicBezTo>
                  <a:pt x="11316" y="341940"/>
                  <a:pt x="2" y="330626"/>
                  <a:pt x="2" y="316669"/>
                </a:cubicBezTo>
                <a:cubicBezTo>
                  <a:pt x="2" y="302712"/>
                  <a:pt x="11316" y="291398"/>
                  <a:pt x="25273" y="291398"/>
                </a:cubicBezTo>
                <a:close/>
                <a:moveTo>
                  <a:pt x="1135152" y="291398"/>
                </a:moveTo>
                <a:cubicBezTo>
                  <a:pt x="1149109" y="291398"/>
                  <a:pt x="1160423" y="302712"/>
                  <a:pt x="1160423" y="316669"/>
                </a:cubicBezTo>
                <a:cubicBezTo>
                  <a:pt x="1160423" y="330625"/>
                  <a:pt x="1149109" y="341940"/>
                  <a:pt x="1135152" y="341940"/>
                </a:cubicBezTo>
                <a:cubicBezTo>
                  <a:pt x="1121195" y="341940"/>
                  <a:pt x="1109881" y="330625"/>
                  <a:pt x="1109881" y="316669"/>
                </a:cubicBezTo>
                <a:cubicBezTo>
                  <a:pt x="1109881" y="302712"/>
                  <a:pt x="1121195" y="291398"/>
                  <a:pt x="1135152" y="291398"/>
                </a:cubicBezTo>
                <a:close/>
                <a:moveTo>
                  <a:pt x="950172" y="291398"/>
                </a:moveTo>
                <a:cubicBezTo>
                  <a:pt x="964130" y="291398"/>
                  <a:pt x="975442" y="302712"/>
                  <a:pt x="975442" y="316669"/>
                </a:cubicBezTo>
                <a:cubicBezTo>
                  <a:pt x="975442" y="330625"/>
                  <a:pt x="964130" y="341940"/>
                  <a:pt x="950172" y="341940"/>
                </a:cubicBezTo>
                <a:cubicBezTo>
                  <a:pt x="936216" y="341940"/>
                  <a:pt x="924902" y="330625"/>
                  <a:pt x="924902" y="316669"/>
                </a:cubicBezTo>
                <a:cubicBezTo>
                  <a:pt x="924902" y="302712"/>
                  <a:pt x="936216" y="291398"/>
                  <a:pt x="950172" y="291398"/>
                </a:cubicBezTo>
                <a:close/>
                <a:moveTo>
                  <a:pt x="765192" y="291398"/>
                </a:moveTo>
                <a:cubicBezTo>
                  <a:pt x="779150" y="291398"/>
                  <a:pt x="790464" y="302712"/>
                  <a:pt x="790464" y="316669"/>
                </a:cubicBezTo>
                <a:cubicBezTo>
                  <a:pt x="790464" y="330625"/>
                  <a:pt x="779150" y="341940"/>
                  <a:pt x="765192" y="341940"/>
                </a:cubicBezTo>
                <a:cubicBezTo>
                  <a:pt x="751236" y="341940"/>
                  <a:pt x="739921" y="330625"/>
                  <a:pt x="739921" y="316669"/>
                </a:cubicBezTo>
                <a:cubicBezTo>
                  <a:pt x="739921" y="302712"/>
                  <a:pt x="751236" y="291398"/>
                  <a:pt x="765192" y="291398"/>
                </a:cubicBezTo>
                <a:close/>
                <a:moveTo>
                  <a:pt x="2127147" y="163968"/>
                </a:moveTo>
                <a:cubicBezTo>
                  <a:pt x="2141104" y="163968"/>
                  <a:pt x="2152418" y="175282"/>
                  <a:pt x="2152418" y="189239"/>
                </a:cubicBezTo>
                <a:cubicBezTo>
                  <a:pt x="2152418" y="203196"/>
                  <a:pt x="2141104" y="214510"/>
                  <a:pt x="2127147" y="214510"/>
                </a:cubicBezTo>
                <a:cubicBezTo>
                  <a:pt x="2113190" y="214510"/>
                  <a:pt x="2101876" y="203196"/>
                  <a:pt x="2101876" y="189239"/>
                </a:cubicBezTo>
                <a:cubicBezTo>
                  <a:pt x="2101876" y="175282"/>
                  <a:pt x="2113190" y="163968"/>
                  <a:pt x="2127147" y="163968"/>
                </a:cubicBezTo>
                <a:close/>
                <a:moveTo>
                  <a:pt x="1942166" y="163968"/>
                </a:moveTo>
                <a:cubicBezTo>
                  <a:pt x="1956123" y="163968"/>
                  <a:pt x="1967437" y="175282"/>
                  <a:pt x="1967437" y="189239"/>
                </a:cubicBezTo>
                <a:cubicBezTo>
                  <a:pt x="1967437" y="203196"/>
                  <a:pt x="1956123" y="214510"/>
                  <a:pt x="1942166" y="214510"/>
                </a:cubicBezTo>
                <a:cubicBezTo>
                  <a:pt x="1928209" y="214510"/>
                  <a:pt x="1916895" y="203196"/>
                  <a:pt x="1916895" y="189239"/>
                </a:cubicBezTo>
                <a:cubicBezTo>
                  <a:pt x="1916895" y="175282"/>
                  <a:pt x="1928209" y="163968"/>
                  <a:pt x="1942166" y="163968"/>
                </a:cubicBezTo>
                <a:close/>
                <a:moveTo>
                  <a:pt x="1757186" y="163968"/>
                </a:moveTo>
                <a:cubicBezTo>
                  <a:pt x="1771143" y="163968"/>
                  <a:pt x="1782457" y="175282"/>
                  <a:pt x="1782457" y="189239"/>
                </a:cubicBezTo>
                <a:cubicBezTo>
                  <a:pt x="1782457" y="203196"/>
                  <a:pt x="1771143" y="214510"/>
                  <a:pt x="1757186" y="214510"/>
                </a:cubicBezTo>
                <a:cubicBezTo>
                  <a:pt x="1743229" y="214510"/>
                  <a:pt x="1731915" y="203196"/>
                  <a:pt x="1731915" y="189239"/>
                </a:cubicBezTo>
                <a:cubicBezTo>
                  <a:pt x="1731915" y="175282"/>
                  <a:pt x="1743229" y="163968"/>
                  <a:pt x="1757186" y="163968"/>
                </a:cubicBezTo>
                <a:close/>
                <a:moveTo>
                  <a:pt x="2312127" y="163968"/>
                </a:moveTo>
                <a:cubicBezTo>
                  <a:pt x="2326084" y="163968"/>
                  <a:pt x="2337398" y="175282"/>
                  <a:pt x="2337398" y="189239"/>
                </a:cubicBezTo>
                <a:cubicBezTo>
                  <a:pt x="2337398" y="203196"/>
                  <a:pt x="2326084" y="214510"/>
                  <a:pt x="2312127" y="214510"/>
                </a:cubicBezTo>
                <a:cubicBezTo>
                  <a:pt x="2298170" y="214510"/>
                  <a:pt x="2286856" y="203196"/>
                  <a:pt x="2286856" y="189239"/>
                </a:cubicBezTo>
                <a:cubicBezTo>
                  <a:pt x="2286856" y="175282"/>
                  <a:pt x="2298170" y="163968"/>
                  <a:pt x="2312127" y="163968"/>
                </a:cubicBezTo>
                <a:close/>
                <a:moveTo>
                  <a:pt x="2867067" y="163968"/>
                </a:moveTo>
                <a:cubicBezTo>
                  <a:pt x="2881024" y="163968"/>
                  <a:pt x="2892338" y="175282"/>
                  <a:pt x="2892338" y="189239"/>
                </a:cubicBezTo>
                <a:cubicBezTo>
                  <a:pt x="2892338" y="203196"/>
                  <a:pt x="2881024" y="214510"/>
                  <a:pt x="2867067" y="214510"/>
                </a:cubicBezTo>
                <a:cubicBezTo>
                  <a:pt x="2853110" y="214510"/>
                  <a:pt x="2841796" y="203196"/>
                  <a:pt x="2841796" y="189239"/>
                </a:cubicBezTo>
                <a:cubicBezTo>
                  <a:pt x="2841796" y="175282"/>
                  <a:pt x="2853110" y="163968"/>
                  <a:pt x="2867067" y="163968"/>
                </a:cubicBezTo>
                <a:close/>
                <a:moveTo>
                  <a:pt x="2682086" y="163968"/>
                </a:moveTo>
                <a:cubicBezTo>
                  <a:pt x="2696043" y="163968"/>
                  <a:pt x="2707357" y="175282"/>
                  <a:pt x="2707357" y="189239"/>
                </a:cubicBezTo>
                <a:cubicBezTo>
                  <a:pt x="2707357" y="203196"/>
                  <a:pt x="2696043" y="214510"/>
                  <a:pt x="2682086" y="214510"/>
                </a:cubicBezTo>
                <a:cubicBezTo>
                  <a:pt x="2668129" y="214510"/>
                  <a:pt x="2656815" y="203196"/>
                  <a:pt x="2656815" y="189239"/>
                </a:cubicBezTo>
                <a:cubicBezTo>
                  <a:pt x="2656815" y="175282"/>
                  <a:pt x="2668129" y="163968"/>
                  <a:pt x="2682086" y="163968"/>
                </a:cubicBezTo>
                <a:close/>
                <a:moveTo>
                  <a:pt x="2497106" y="163968"/>
                </a:moveTo>
                <a:cubicBezTo>
                  <a:pt x="2511063" y="163968"/>
                  <a:pt x="2522377" y="175282"/>
                  <a:pt x="2522377" y="189239"/>
                </a:cubicBezTo>
                <a:cubicBezTo>
                  <a:pt x="2522377" y="203196"/>
                  <a:pt x="2511063" y="214510"/>
                  <a:pt x="2497106" y="214510"/>
                </a:cubicBezTo>
                <a:cubicBezTo>
                  <a:pt x="2483149" y="214510"/>
                  <a:pt x="2471835" y="203196"/>
                  <a:pt x="2471835" y="189239"/>
                </a:cubicBezTo>
                <a:cubicBezTo>
                  <a:pt x="2471835" y="175282"/>
                  <a:pt x="2483149" y="163968"/>
                  <a:pt x="2497106" y="163968"/>
                </a:cubicBezTo>
                <a:close/>
                <a:moveTo>
                  <a:pt x="25273" y="145699"/>
                </a:moveTo>
                <a:cubicBezTo>
                  <a:pt x="39230" y="145699"/>
                  <a:pt x="50544" y="157013"/>
                  <a:pt x="50544" y="170970"/>
                </a:cubicBezTo>
                <a:cubicBezTo>
                  <a:pt x="50544" y="184927"/>
                  <a:pt x="39230" y="196241"/>
                  <a:pt x="25273" y="196241"/>
                </a:cubicBezTo>
                <a:cubicBezTo>
                  <a:pt x="11316" y="196241"/>
                  <a:pt x="2" y="184927"/>
                  <a:pt x="2" y="170970"/>
                </a:cubicBezTo>
                <a:cubicBezTo>
                  <a:pt x="2" y="157013"/>
                  <a:pt x="11316" y="145699"/>
                  <a:pt x="25273" y="145699"/>
                </a:cubicBezTo>
                <a:close/>
                <a:moveTo>
                  <a:pt x="210253" y="145699"/>
                </a:moveTo>
                <a:cubicBezTo>
                  <a:pt x="224210" y="145699"/>
                  <a:pt x="235524" y="157013"/>
                  <a:pt x="235524" y="170970"/>
                </a:cubicBezTo>
                <a:cubicBezTo>
                  <a:pt x="235524" y="184927"/>
                  <a:pt x="224210" y="196241"/>
                  <a:pt x="210253" y="196241"/>
                </a:cubicBezTo>
                <a:cubicBezTo>
                  <a:pt x="196296" y="196241"/>
                  <a:pt x="184982" y="184927"/>
                  <a:pt x="184982" y="170970"/>
                </a:cubicBezTo>
                <a:cubicBezTo>
                  <a:pt x="184982" y="157013"/>
                  <a:pt x="196296" y="145699"/>
                  <a:pt x="210253" y="145699"/>
                </a:cubicBezTo>
                <a:close/>
                <a:moveTo>
                  <a:pt x="580214" y="145699"/>
                </a:moveTo>
                <a:cubicBezTo>
                  <a:pt x="594171" y="145699"/>
                  <a:pt x="605485" y="157013"/>
                  <a:pt x="605485" y="170970"/>
                </a:cubicBezTo>
                <a:cubicBezTo>
                  <a:pt x="605485" y="184927"/>
                  <a:pt x="594171" y="196241"/>
                  <a:pt x="580214" y="196241"/>
                </a:cubicBezTo>
                <a:cubicBezTo>
                  <a:pt x="566257" y="196241"/>
                  <a:pt x="554943" y="184927"/>
                  <a:pt x="554943" y="170970"/>
                </a:cubicBezTo>
                <a:cubicBezTo>
                  <a:pt x="554943" y="157013"/>
                  <a:pt x="566257" y="145699"/>
                  <a:pt x="580214" y="145699"/>
                </a:cubicBezTo>
                <a:close/>
                <a:moveTo>
                  <a:pt x="395234" y="145699"/>
                </a:moveTo>
                <a:cubicBezTo>
                  <a:pt x="409191" y="145699"/>
                  <a:pt x="420505" y="157013"/>
                  <a:pt x="420505" y="170970"/>
                </a:cubicBezTo>
                <a:cubicBezTo>
                  <a:pt x="420505" y="184927"/>
                  <a:pt x="409191" y="196241"/>
                  <a:pt x="395234" y="196241"/>
                </a:cubicBezTo>
                <a:cubicBezTo>
                  <a:pt x="381277" y="196241"/>
                  <a:pt x="369963" y="184927"/>
                  <a:pt x="369963" y="170970"/>
                </a:cubicBezTo>
                <a:cubicBezTo>
                  <a:pt x="369963" y="157013"/>
                  <a:pt x="381277" y="145699"/>
                  <a:pt x="395234" y="145699"/>
                </a:cubicBezTo>
                <a:close/>
                <a:moveTo>
                  <a:pt x="950173" y="145699"/>
                </a:moveTo>
                <a:cubicBezTo>
                  <a:pt x="964130" y="145699"/>
                  <a:pt x="975442" y="157013"/>
                  <a:pt x="975442" y="170970"/>
                </a:cubicBezTo>
                <a:cubicBezTo>
                  <a:pt x="975442" y="184927"/>
                  <a:pt x="964130" y="196241"/>
                  <a:pt x="950173" y="196241"/>
                </a:cubicBezTo>
                <a:cubicBezTo>
                  <a:pt x="936216" y="196241"/>
                  <a:pt x="924902" y="184927"/>
                  <a:pt x="924902" y="170970"/>
                </a:cubicBezTo>
                <a:cubicBezTo>
                  <a:pt x="924902" y="157013"/>
                  <a:pt x="936216" y="145699"/>
                  <a:pt x="950173" y="145699"/>
                </a:cubicBezTo>
                <a:close/>
                <a:moveTo>
                  <a:pt x="765193" y="145699"/>
                </a:moveTo>
                <a:cubicBezTo>
                  <a:pt x="779150" y="145699"/>
                  <a:pt x="790464" y="157013"/>
                  <a:pt x="790464" y="170970"/>
                </a:cubicBezTo>
                <a:cubicBezTo>
                  <a:pt x="790464" y="184927"/>
                  <a:pt x="779150" y="196241"/>
                  <a:pt x="765193" y="196241"/>
                </a:cubicBezTo>
                <a:cubicBezTo>
                  <a:pt x="751236" y="196241"/>
                  <a:pt x="739922" y="184927"/>
                  <a:pt x="739922" y="170970"/>
                </a:cubicBezTo>
                <a:cubicBezTo>
                  <a:pt x="739922" y="157013"/>
                  <a:pt x="751236" y="145699"/>
                  <a:pt x="765193" y="145699"/>
                </a:cubicBezTo>
                <a:close/>
                <a:moveTo>
                  <a:pt x="1135152" y="145699"/>
                </a:moveTo>
                <a:cubicBezTo>
                  <a:pt x="1149109" y="145699"/>
                  <a:pt x="1160423" y="157013"/>
                  <a:pt x="1160423" y="170970"/>
                </a:cubicBezTo>
                <a:cubicBezTo>
                  <a:pt x="1160423" y="184927"/>
                  <a:pt x="1149109" y="196241"/>
                  <a:pt x="1135152" y="196241"/>
                </a:cubicBezTo>
                <a:cubicBezTo>
                  <a:pt x="1121195" y="196241"/>
                  <a:pt x="1109881" y="184927"/>
                  <a:pt x="1109881" y="170970"/>
                </a:cubicBezTo>
                <a:cubicBezTo>
                  <a:pt x="1109881" y="157013"/>
                  <a:pt x="1121195" y="145699"/>
                  <a:pt x="1135152" y="145699"/>
                </a:cubicBezTo>
                <a:close/>
                <a:moveTo>
                  <a:pt x="1757186" y="18269"/>
                </a:moveTo>
                <a:cubicBezTo>
                  <a:pt x="1771143" y="18269"/>
                  <a:pt x="1782457" y="29583"/>
                  <a:pt x="1782457" y="43540"/>
                </a:cubicBezTo>
                <a:cubicBezTo>
                  <a:pt x="1782457" y="57497"/>
                  <a:pt x="1771143" y="68811"/>
                  <a:pt x="1757186" y="68811"/>
                </a:cubicBezTo>
                <a:cubicBezTo>
                  <a:pt x="1743229" y="68811"/>
                  <a:pt x="1731915" y="57497"/>
                  <a:pt x="1731915" y="43540"/>
                </a:cubicBezTo>
                <a:cubicBezTo>
                  <a:pt x="1731915" y="29583"/>
                  <a:pt x="1743229" y="18269"/>
                  <a:pt x="1757186" y="18269"/>
                </a:cubicBezTo>
                <a:close/>
                <a:moveTo>
                  <a:pt x="1942166" y="18269"/>
                </a:moveTo>
                <a:cubicBezTo>
                  <a:pt x="1956123" y="18269"/>
                  <a:pt x="1967437" y="29583"/>
                  <a:pt x="1967437" y="43540"/>
                </a:cubicBezTo>
                <a:cubicBezTo>
                  <a:pt x="1967437" y="57497"/>
                  <a:pt x="1956123" y="68811"/>
                  <a:pt x="1942166" y="68811"/>
                </a:cubicBezTo>
                <a:cubicBezTo>
                  <a:pt x="1928209" y="68811"/>
                  <a:pt x="1916895" y="57497"/>
                  <a:pt x="1916895" y="43540"/>
                </a:cubicBezTo>
                <a:cubicBezTo>
                  <a:pt x="1916895" y="29583"/>
                  <a:pt x="1928209" y="18269"/>
                  <a:pt x="1942166" y="18269"/>
                </a:cubicBezTo>
                <a:close/>
                <a:moveTo>
                  <a:pt x="2312127" y="18269"/>
                </a:moveTo>
                <a:cubicBezTo>
                  <a:pt x="2326084" y="18269"/>
                  <a:pt x="2337398" y="29583"/>
                  <a:pt x="2337398" y="43540"/>
                </a:cubicBezTo>
                <a:cubicBezTo>
                  <a:pt x="2337398" y="57497"/>
                  <a:pt x="2326084" y="68811"/>
                  <a:pt x="2312127" y="68811"/>
                </a:cubicBezTo>
                <a:cubicBezTo>
                  <a:pt x="2298170" y="68811"/>
                  <a:pt x="2286856" y="57497"/>
                  <a:pt x="2286856" y="43540"/>
                </a:cubicBezTo>
                <a:cubicBezTo>
                  <a:pt x="2286856" y="29583"/>
                  <a:pt x="2298170" y="18269"/>
                  <a:pt x="2312127" y="18269"/>
                </a:cubicBezTo>
                <a:close/>
                <a:moveTo>
                  <a:pt x="2127147" y="18269"/>
                </a:moveTo>
                <a:cubicBezTo>
                  <a:pt x="2141104" y="18269"/>
                  <a:pt x="2152418" y="29583"/>
                  <a:pt x="2152418" y="43540"/>
                </a:cubicBezTo>
                <a:cubicBezTo>
                  <a:pt x="2152418" y="57497"/>
                  <a:pt x="2141104" y="68811"/>
                  <a:pt x="2127147" y="68811"/>
                </a:cubicBezTo>
                <a:cubicBezTo>
                  <a:pt x="2113190" y="68811"/>
                  <a:pt x="2101876" y="57497"/>
                  <a:pt x="2101876" y="43540"/>
                </a:cubicBezTo>
                <a:cubicBezTo>
                  <a:pt x="2101876" y="29583"/>
                  <a:pt x="2113190" y="18269"/>
                  <a:pt x="2127147" y="18269"/>
                </a:cubicBezTo>
                <a:close/>
                <a:moveTo>
                  <a:pt x="2497106" y="18269"/>
                </a:moveTo>
                <a:cubicBezTo>
                  <a:pt x="2511063" y="18269"/>
                  <a:pt x="2522377" y="29583"/>
                  <a:pt x="2522377" y="43540"/>
                </a:cubicBezTo>
                <a:cubicBezTo>
                  <a:pt x="2522377" y="57497"/>
                  <a:pt x="2511063" y="68811"/>
                  <a:pt x="2497106" y="68811"/>
                </a:cubicBezTo>
                <a:cubicBezTo>
                  <a:pt x="2483149" y="68811"/>
                  <a:pt x="2471835" y="57497"/>
                  <a:pt x="2471835" y="43540"/>
                </a:cubicBezTo>
                <a:cubicBezTo>
                  <a:pt x="2471835" y="29583"/>
                  <a:pt x="2483149" y="18269"/>
                  <a:pt x="2497106" y="18269"/>
                </a:cubicBezTo>
                <a:close/>
                <a:moveTo>
                  <a:pt x="2682086" y="18269"/>
                </a:moveTo>
                <a:cubicBezTo>
                  <a:pt x="2696043" y="18269"/>
                  <a:pt x="2707357" y="29583"/>
                  <a:pt x="2707357" y="43540"/>
                </a:cubicBezTo>
                <a:cubicBezTo>
                  <a:pt x="2707357" y="57497"/>
                  <a:pt x="2696043" y="68811"/>
                  <a:pt x="2682086" y="68811"/>
                </a:cubicBezTo>
                <a:cubicBezTo>
                  <a:pt x="2668129" y="68811"/>
                  <a:pt x="2656815" y="57497"/>
                  <a:pt x="2656815" y="43540"/>
                </a:cubicBezTo>
                <a:cubicBezTo>
                  <a:pt x="2656815" y="29583"/>
                  <a:pt x="2668129" y="18269"/>
                  <a:pt x="2682086" y="18269"/>
                </a:cubicBezTo>
                <a:close/>
                <a:moveTo>
                  <a:pt x="2867067" y="18269"/>
                </a:moveTo>
                <a:cubicBezTo>
                  <a:pt x="2881024" y="18269"/>
                  <a:pt x="2892338" y="29583"/>
                  <a:pt x="2892338" y="43540"/>
                </a:cubicBezTo>
                <a:cubicBezTo>
                  <a:pt x="2892338" y="57496"/>
                  <a:pt x="2881024" y="68811"/>
                  <a:pt x="2867067" y="68811"/>
                </a:cubicBezTo>
                <a:cubicBezTo>
                  <a:pt x="2853110" y="68811"/>
                  <a:pt x="2841796" y="57496"/>
                  <a:pt x="2841796" y="43540"/>
                </a:cubicBezTo>
                <a:cubicBezTo>
                  <a:pt x="2841796" y="29583"/>
                  <a:pt x="2853110" y="18269"/>
                  <a:pt x="2867067" y="18269"/>
                </a:cubicBezTo>
                <a:close/>
                <a:moveTo>
                  <a:pt x="25273" y="0"/>
                </a:moveTo>
                <a:cubicBezTo>
                  <a:pt x="39230" y="0"/>
                  <a:pt x="50544" y="11314"/>
                  <a:pt x="50544" y="25271"/>
                </a:cubicBezTo>
                <a:cubicBezTo>
                  <a:pt x="50544" y="39228"/>
                  <a:pt x="39230" y="50542"/>
                  <a:pt x="25273" y="50542"/>
                </a:cubicBezTo>
                <a:cubicBezTo>
                  <a:pt x="11316" y="50542"/>
                  <a:pt x="2" y="39228"/>
                  <a:pt x="2" y="25271"/>
                </a:cubicBezTo>
                <a:cubicBezTo>
                  <a:pt x="2" y="11314"/>
                  <a:pt x="11316" y="0"/>
                  <a:pt x="25273" y="0"/>
                </a:cubicBezTo>
                <a:close/>
                <a:moveTo>
                  <a:pt x="210253" y="0"/>
                </a:moveTo>
                <a:cubicBezTo>
                  <a:pt x="224210" y="0"/>
                  <a:pt x="235524" y="11314"/>
                  <a:pt x="235524" y="25271"/>
                </a:cubicBezTo>
                <a:cubicBezTo>
                  <a:pt x="235524" y="39228"/>
                  <a:pt x="224210" y="50542"/>
                  <a:pt x="210253" y="50542"/>
                </a:cubicBezTo>
                <a:cubicBezTo>
                  <a:pt x="196296" y="50542"/>
                  <a:pt x="184982" y="39228"/>
                  <a:pt x="184982" y="25271"/>
                </a:cubicBezTo>
                <a:cubicBezTo>
                  <a:pt x="184982" y="11314"/>
                  <a:pt x="196296" y="0"/>
                  <a:pt x="210253" y="0"/>
                </a:cubicBezTo>
                <a:close/>
                <a:moveTo>
                  <a:pt x="395234" y="0"/>
                </a:moveTo>
                <a:cubicBezTo>
                  <a:pt x="409191" y="0"/>
                  <a:pt x="420505" y="11314"/>
                  <a:pt x="420505" y="25271"/>
                </a:cubicBezTo>
                <a:cubicBezTo>
                  <a:pt x="420505" y="39228"/>
                  <a:pt x="409191" y="50542"/>
                  <a:pt x="395234" y="50542"/>
                </a:cubicBezTo>
                <a:cubicBezTo>
                  <a:pt x="381277" y="50542"/>
                  <a:pt x="369963" y="39228"/>
                  <a:pt x="369963" y="25271"/>
                </a:cubicBezTo>
                <a:cubicBezTo>
                  <a:pt x="369963" y="11314"/>
                  <a:pt x="381277" y="0"/>
                  <a:pt x="395234" y="0"/>
                </a:cubicBezTo>
                <a:close/>
                <a:moveTo>
                  <a:pt x="580214" y="0"/>
                </a:moveTo>
                <a:cubicBezTo>
                  <a:pt x="594171" y="0"/>
                  <a:pt x="605486" y="11314"/>
                  <a:pt x="605486" y="25271"/>
                </a:cubicBezTo>
                <a:cubicBezTo>
                  <a:pt x="605486" y="39228"/>
                  <a:pt x="594171" y="50542"/>
                  <a:pt x="580214" y="50542"/>
                </a:cubicBezTo>
                <a:cubicBezTo>
                  <a:pt x="566258" y="50542"/>
                  <a:pt x="554943" y="39228"/>
                  <a:pt x="554943" y="25271"/>
                </a:cubicBezTo>
                <a:cubicBezTo>
                  <a:pt x="554943" y="11314"/>
                  <a:pt x="566258" y="0"/>
                  <a:pt x="580214" y="0"/>
                </a:cubicBezTo>
                <a:close/>
                <a:moveTo>
                  <a:pt x="765193" y="0"/>
                </a:moveTo>
                <a:cubicBezTo>
                  <a:pt x="779150" y="0"/>
                  <a:pt x="790464" y="11314"/>
                  <a:pt x="790464" y="25271"/>
                </a:cubicBezTo>
                <a:cubicBezTo>
                  <a:pt x="790464" y="39228"/>
                  <a:pt x="779150" y="50542"/>
                  <a:pt x="765193" y="50542"/>
                </a:cubicBezTo>
                <a:cubicBezTo>
                  <a:pt x="751236" y="50542"/>
                  <a:pt x="739922" y="39228"/>
                  <a:pt x="739922" y="25271"/>
                </a:cubicBezTo>
                <a:cubicBezTo>
                  <a:pt x="739922" y="11314"/>
                  <a:pt x="751236" y="0"/>
                  <a:pt x="765193" y="0"/>
                </a:cubicBezTo>
                <a:close/>
                <a:moveTo>
                  <a:pt x="950173" y="0"/>
                </a:moveTo>
                <a:cubicBezTo>
                  <a:pt x="964130" y="0"/>
                  <a:pt x="975442" y="11314"/>
                  <a:pt x="975442" y="25271"/>
                </a:cubicBezTo>
                <a:cubicBezTo>
                  <a:pt x="975442" y="39228"/>
                  <a:pt x="964130" y="50542"/>
                  <a:pt x="950173" y="50542"/>
                </a:cubicBezTo>
                <a:cubicBezTo>
                  <a:pt x="936216" y="50542"/>
                  <a:pt x="924902" y="39228"/>
                  <a:pt x="924902" y="25271"/>
                </a:cubicBezTo>
                <a:cubicBezTo>
                  <a:pt x="924902" y="11314"/>
                  <a:pt x="936216" y="0"/>
                  <a:pt x="950173" y="0"/>
                </a:cubicBezTo>
                <a:close/>
                <a:moveTo>
                  <a:pt x="1135152" y="0"/>
                </a:moveTo>
                <a:cubicBezTo>
                  <a:pt x="1149109" y="0"/>
                  <a:pt x="1160423" y="11314"/>
                  <a:pt x="1160423" y="25271"/>
                </a:cubicBezTo>
                <a:cubicBezTo>
                  <a:pt x="1160423" y="39228"/>
                  <a:pt x="1149109" y="50542"/>
                  <a:pt x="1135152" y="50542"/>
                </a:cubicBezTo>
                <a:cubicBezTo>
                  <a:pt x="1121195" y="50542"/>
                  <a:pt x="1109881" y="39228"/>
                  <a:pt x="1109881" y="25271"/>
                </a:cubicBezTo>
                <a:cubicBezTo>
                  <a:pt x="1109881" y="11314"/>
                  <a:pt x="1121195" y="0"/>
                  <a:pt x="1135152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12700" cap="flat">
            <a:noFill/>
            <a:miter/>
          </a:ln>
          <a:effectLst/>
        </p:spPr>
        <p:txBody>
          <a:bodyPr vert="horz" wrap="square" lIns="121920" tIns="60960" rIns="121920" bIns="60960" rtlCol="0" anchor="ctr"/>
          <a:lstStyle/>
          <a:p>
            <a:pPr algn="ctr">
              <a:lnSpc>
                <a:spcPct val="110000"/>
              </a:lnSpc>
            </a:pPr>
            <a:endParaRPr kumimoji="1" lang="zh-CN" altLang="en-US" sz="2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标题 1">
            <a:extLst>
              <a:ext uri="{FF2B5EF4-FFF2-40B4-BE49-F238E27FC236}">
                <a16:creationId xmlns:a16="http://schemas.microsoft.com/office/drawing/2014/main" id="{896D2FEE-78EF-E89A-3581-B1CBA3EA3FC9}"/>
              </a:ext>
            </a:extLst>
          </p:cNvPr>
          <p:cNvSpPr txBox="1"/>
          <p:nvPr userDrawn="1"/>
        </p:nvSpPr>
        <p:spPr>
          <a:xfrm>
            <a:off x="624049" y="1974757"/>
            <a:ext cx="1635579" cy="918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kumimoji="1" lang="en-US" altLang="zh-CN" sz="3733" b="1" dirty="0" err="1">
                <a:ln w="12700">
                  <a:noFill/>
                </a:ln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OPPOSans H" panose="00020600040101010101" charset="-122"/>
              </a:rPr>
              <a:t>目录</a:t>
            </a:r>
            <a:endParaRPr kumimoji="1" lang="en-US" altLang="zh-CN" sz="3733" b="1" dirty="0">
              <a:ln w="12700">
                <a:noFill/>
              </a:ln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OPPOSans H" panose="00020600040101010101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131ADF5-7D06-ED43-AE56-2A1B6C2A6D98}"/>
              </a:ext>
            </a:extLst>
          </p:cNvPr>
          <p:cNvSpPr txBox="1"/>
          <p:nvPr userDrawn="1"/>
        </p:nvSpPr>
        <p:spPr>
          <a:xfrm>
            <a:off x="4727848" y="2492896"/>
            <a:ext cx="6192688" cy="25766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AutoNum type="arabicPeriod"/>
            </a:pPr>
            <a:r>
              <a:rPr kumimoji="1" lang="zh-CN" altLang="en-US" sz="2800" dirty="0">
                <a:solidFill>
                  <a:srgbClr val="0432FF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   </a:t>
            </a:r>
            <a:endParaRPr kumimoji="1" lang="en-US" altLang="zh-CN" sz="2800" dirty="0">
              <a:solidFill>
                <a:srgbClr val="0432FF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kumimoji="1" lang="zh-CN" altLang="en-US" sz="2800" dirty="0">
                <a:latin typeface="SimHei" panose="02010609060101010101" pitchFamily="49" charset="-122"/>
                <a:ea typeface="SimHei" panose="02010609060101010101" pitchFamily="49" charset="-122"/>
              </a:rPr>
              <a:t>   </a:t>
            </a:r>
            <a:endParaRPr kumimoji="1" lang="en-US" altLang="zh-CN" sz="2800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kumimoji="1" lang="zh-CN" altLang="en-US" sz="2800" dirty="0">
                <a:latin typeface="SimHei" panose="02010609060101010101" pitchFamily="49" charset="-122"/>
                <a:ea typeface="SimHei" panose="02010609060101010101" pitchFamily="49" charset="-122"/>
              </a:rPr>
              <a:t>   </a:t>
            </a:r>
            <a:endParaRPr kumimoji="1" lang="en-US" altLang="zh-CN" sz="2800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kumimoji="1" lang="zh-CN" altLang="en-US" sz="2800" dirty="0">
                <a:latin typeface="SimHei" panose="02010609060101010101" pitchFamily="49" charset="-122"/>
                <a:ea typeface="SimHei" panose="02010609060101010101" pitchFamily="49" charset="-122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398133819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225DF3-709E-15D0-0C8A-0B3CC7A9E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144F637-7126-C06F-9EBF-6ED1017E8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C4BDB1-B850-4593-8F36-EE2EC0FAFA11}" type="datetime1">
              <a:rPr lang="zh-CN" altLang="en-US" smtClean="0"/>
              <a:t>2026/3/10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B39A9B4-3D14-3352-1834-532D759B6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045262C-59C6-2AAF-4872-8F8DCF74D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420350C-7EA9-417E-B3BB-B922A5F47173}" type="slidenum">
              <a:rPr lang="zh-CN" alt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058790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8">
            <a:extLst>
              <a:ext uri="{FF2B5EF4-FFF2-40B4-BE49-F238E27FC236}">
                <a16:creationId xmlns:a16="http://schemas.microsoft.com/office/drawing/2014/main" id="{987FAE8E-E297-84BC-9583-217D1E4EE713}"/>
              </a:ext>
            </a:extLst>
          </p:cNvPr>
          <p:cNvSpPr txBox="1"/>
          <p:nvPr userDrawn="1"/>
        </p:nvSpPr>
        <p:spPr>
          <a:xfrm>
            <a:off x="3311691" y="2753360"/>
            <a:ext cx="5830147" cy="1351280"/>
          </a:xfrm>
          <a:prstGeom prst="rect">
            <a:avLst/>
          </a:prstGeom>
          <a:noFill/>
        </p:spPr>
        <p:txBody>
          <a:bodyPr vert="horz" wrap="square" lIns="121920" tIns="60960" rIns="121920" bIns="60960" rtlCol="0" anchor="t" anchorCtr="0">
            <a:normAutofit/>
          </a:bodyPr>
          <a:lstStyle/>
          <a:p>
            <a:pPr algn="ctr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6300" dirty="0">
                <a:solidFill>
                  <a:srgbClr val="104580">
                    <a:alpha val="100000"/>
                  </a:srgbClr>
                </a:solidFill>
                <a:latin typeface="+mn-ea"/>
                <a:cs typeface="Arial Unicode MS" panose="020B0604020202020204" charset="-122"/>
              </a:rPr>
              <a:t>THANK YOU！</a:t>
            </a:r>
          </a:p>
        </p:txBody>
      </p:sp>
      <p:sp>
        <p:nvSpPr>
          <p:cNvPr id="7" name="TextBox 9">
            <a:extLst>
              <a:ext uri="{FF2B5EF4-FFF2-40B4-BE49-F238E27FC236}">
                <a16:creationId xmlns:a16="http://schemas.microsoft.com/office/drawing/2014/main" id="{EC500E7B-A980-0D7C-681D-C34102DE2475}"/>
              </a:ext>
            </a:extLst>
          </p:cNvPr>
          <p:cNvSpPr txBox="1"/>
          <p:nvPr userDrawn="1"/>
        </p:nvSpPr>
        <p:spPr>
          <a:xfrm>
            <a:off x="3365021" y="4416366"/>
            <a:ext cx="5810251" cy="612140"/>
          </a:xfrm>
          <a:prstGeom prst="rect">
            <a:avLst/>
          </a:prstGeom>
          <a:noFill/>
        </p:spPr>
        <p:txBody>
          <a:bodyPr vert="horz" wrap="square" lIns="121920" tIns="60960" rIns="121920" bIns="60960" rtlCol="0" anchor="t" anchorCtr="0">
            <a:normAutofit/>
          </a:bodyPr>
          <a:lstStyle/>
          <a:p>
            <a:pPr algn="ctr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3200" b="1" dirty="0" err="1">
                <a:solidFill>
                  <a:srgbClr val="104580">
                    <a:alpha val="100000"/>
                  </a:srgbClr>
                </a:solidFill>
                <a:latin typeface="+mn-ea"/>
                <a:cs typeface="微软雅黑" panose="020B0503020204020204" charset="-122"/>
              </a:rPr>
              <a:t>中国的泰豪，世界的泰豪</a:t>
            </a:r>
            <a:r>
              <a:rPr lang="en-US" sz="3200" b="1" dirty="0">
                <a:solidFill>
                  <a:srgbClr val="104580">
                    <a:alpha val="100000"/>
                  </a:srgbClr>
                </a:solidFill>
                <a:latin typeface="+mn-ea"/>
                <a:cs typeface="微软雅黑" panose="020B0503020204020204" charset="-122"/>
              </a:rPr>
              <a:t>！</a:t>
            </a:r>
          </a:p>
        </p:txBody>
      </p:sp>
      <p:sp>
        <p:nvSpPr>
          <p:cNvPr id="8" name="TextBox 10">
            <a:extLst>
              <a:ext uri="{FF2B5EF4-FFF2-40B4-BE49-F238E27FC236}">
                <a16:creationId xmlns:a16="http://schemas.microsoft.com/office/drawing/2014/main" id="{E5919B23-5AC1-BA1E-43F5-9F14C79782AE}"/>
              </a:ext>
            </a:extLst>
          </p:cNvPr>
          <p:cNvSpPr txBox="1"/>
          <p:nvPr userDrawn="1"/>
        </p:nvSpPr>
        <p:spPr>
          <a:xfrm>
            <a:off x="4787720" y="3878898"/>
            <a:ext cx="2922587" cy="397087"/>
          </a:xfrm>
          <a:prstGeom prst="rect">
            <a:avLst/>
          </a:prstGeom>
          <a:noFill/>
        </p:spPr>
        <p:txBody>
          <a:bodyPr vert="horz" wrap="square" lIns="121920" tIns="60960" rIns="121920" bIns="60960" rtlCol="0" anchor="t" anchorCtr="0">
            <a:normAutofit/>
          </a:bodyPr>
          <a:lstStyle/>
          <a:p>
            <a:pPr algn="dist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 dirty="0" err="1">
                <a:solidFill>
                  <a:srgbClr val="104580">
                    <a:alpha val="100000"/>
                  </a:srgbClr>
                </a:solidFill>
                <a:latin typeface="+mn-ea"/>
                <a:cs typeface="宋体" panose="02010600030101010101" pitchFamily="2" charset="-122"/>
              </a:rPr>
              <a:t>谢谢聆听</a:t>
            </a:r>
            <a:endParaRPr lang="en-US" sz="1800" dirty="0">
              <a:solidFill>
                <a:srgbClr val="104580">
                  <a:alpha val="100000"/>
                </a:srgbClr>
              </a:solidFill>
              <a:latin typeface="+mn-ea"/>
              <a:cs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78222029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/>
          <p:cNvPicPr>
            <a:picLocks noChangeAspect="1"/>
          </p:cNvPicPr>
          <p:nvPr userDrawn="1"/>
        </p:nvPicPr>
        <p:blipFill rotWithShape="1">
          <a:blip r:embed="rId6" cstate="print"/>
          <a:srcRect t="13352" b="15397"/>
          <a:stretch/>
        </p:blipFill>
        <p:spPr>
          <a:xfrm>
            <a:off x="9837174" y="119780"/>
            <a:ext cx="2260600" cy="633412"/>
          </a:xfrm>
          <a:prstGeom prst="rect">
            <a:avLst/>
          </a:prstGeom>
        </p:spPr>
      </p:pic>
      <p:sp>
        <p:nvSpPr>
          <p:cNvPr id="15" name="Freeform 5"/>
          <p:cNvSpPr/>
          <p:nvPr userDrawn="1"/>
        </p:nvSpPr>
        <p:spPr bwMode="auto">
          <a:xfrm flipH="1">
            <a:off x="9837173" y="770488"/>
            <a:ext cx="2351585" cy="230188"/>
          </a:xfrm>
          <a:custGeom>
            <a:avLst/>
            <a:gdLst>
              <a:gd name="T0" fmla="*/ 0 w 1634"/>
              <a:gd name="T1" fmla="*/ 0 h 289"/>
              <a:gd name="T2" fmla="*/ 1634 w 1634"/>
              <a:gd name="T3" fmla="*/ 289 h 289"/>
            </a:gdLst>
            <a:ahLst/>
            <a:cxnLst>
              <a:cxn ang="0">
                <a:pos x="0" y="0"/>
              </a:cxn>
              <a:cxn ang="0">
                <a:pos x="1634" y="0"/>
              </a:cxn>
              <a:cxn ang="0">
                <a:pos x="1456" y="289"/>
              </a:cxn>
              <a:cxn ang="0">
                <a:pos x="0" y="286"/>
              </a:cxn>
              <a:cxn ang="0">
                <a:pos x="0" y="0"/>
              </a:cxn>
            </a:cxnLst>
            <a:rect l="T0" t="T1" r="T2" b="T3"/>
            <a:pathLst>
              <a:path w="1634" h="289">
                <a:moveTo>
                  <a:pt x="0" y="0"/>
                </a:moveTo>
                <a:lnTo>
                  <a:pt x="1634" y="0"/>
                </a:lnTo>
                <a:lnTo>
                  <a:pt x="1456" y="289"/>
                </a:lnTo>
                <a:lnTo>
                  <a:pt x="0" y="286"/>
                </a:lnTo>
                <a:lnTo>
                  <a:pt x="0" y="0"/>
                </a:lnTo>
                <a:close/>
              </a:path>
            </a:pathLst>
          </a:custGeom>
          <a:solidFill>
            <a:srgbClr val="FF3300"/>
          </a:solidFill>
          <a:ln w="9525">
            <a:noFill/>
            <a:round/>
          </a:ln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89"/>
          </a:p>
        </p:txBody>
      </p:sp>
      <p:sp>
        <p:nvSpPr>
          <p:cNvPr id="16" name="Freeform 4"/>
          <p:cNvSpPr/>
          <p:nvPr userDrawn="1"/>
        </p:nvSpPr>
        <p:spPr bwMode="auto">
          <a:xfrm flipH="1">
            <a:off x="-1" y="119780"/>
            <a:ext cx="9840416" cy="650707"/>
          </a:xfrm>
          <a:custGeom>
            <a:avLst/>
            <a:gdLst>
              <a:gd name="T0" fmla="*/ 0 w 4134"/>
              <a:gd name="T1" fmla="*/ 0 h 573"/>
              <a:gd name="T2" fmla="*/ 4134 w 4134"/>
              <a:gd name="T3" fmla="*/ 573 h 573"/>
            </a:gdLst>
            <a:ahLst/>
            <a:cxnLst>
              <a:cxn ang="0">
                <a:pos x="0" y="573"/>
              </a:cxn>
              <a:cxn ang="0">
                <a:pos x="4134" y="573"/>
              </a:cxn>
              <a:cxn ang="0">
                <a:pos x="4134" y="1"/>
              </a:cxn>
              <a:cxn ang="0">
                <a:pos x="322" y="0"/>
              </a:cxn>
              <a:cxn ang="0">
                <a:pos x="0" y="573"/>
              </a:cxn>
            </a:cxnLst>
            <a:rect l="T0" t="T1" r="T2" b="T3"/>
            <a:pathLst>
              <a:path w="4134" h="573">
                <a:moveTo>
                  <a:pt x="0" y="573"/>
                </a:moveTo>
                <a:lnTo>
                  <a:pt x="4134" y="573"/>
                </a:lnTo>
                <a:lnTo>
                  <a:pt x="4134" y="1"/>
                </a:lnTo>
                <a:lnTo>
                  <a:pt x="322" y="0"/>
                </a:lnTo>
                <a:lnTo>
                  <a:pt x="0" y="573"/>
                </a:lnTo>
                <a:close/>
              </a:path>
            </a:pathLst>
          </a:custGeom>
          <a:gradFill rotWithShape="1">
            <a:gsLst>
              <a:gs pos="0">
                <a:srgbClr val="0A265E"/>
              </a:gs>
              <a:gs pos="100000">
                <a:srgbClr val="1763A1"/>
              </a:gs>
            </a:gsLst>
            <a:lin ang="0" scaled="1"/>
          </a:gradFill>
          <a:ln w="9525">
            <a:noFill/>
            <a:round/>
          </a:ln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89"/>
          </a:p>
        </p:txBody>
      </p:sp>
      <p:sp>
        <p:nvSpPr>
          <p:cNvPr id="1026" name="文本占位符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68580" tIns="34290" rIns="68580" bIns="34290" numCol="1" anchor="t" anchorCtr="0" compatLnSpc="1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027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356352"/>
            <a:ext cx="2844800" cy="365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68580" tIns="34290" rIns="68580" bIns="34290" numCol="1" anchor="ctr" anchorCtr="0" compatLnSpc="1"/>
          <a:lstStyle>
            <a:lvl1pPr>
              <a:buFont typeface="Arial" panose="020B0604020202020204" pitchFamily="34" charset="0"/>
              <a:buNone/>
              <a:defRPr sz="1200" smtClean="0">
                <a:solidFill>
                  <a:srgbClr val="898989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3AC4BDB1-B850-4593-8F36-EE2EC0FAFA11}" type="datetime1">
              <a:rPr lang="zh-CN" altLang="en-US"/>
              <a:t>2026/3/10</a:t>
            </a:fld>
            <a:endParaRPr lang="en-US"/>
          </a:p>
        </p:txBody>
      </p:sp>
      <p:sp>
        <p:nvSpPr>
          <p:cNvPr id="1028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356352"/>
            <a:ext cx="3860800" cy="365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68580" tIns="34290" rIns="68580" bIns="34290" numCol="1" anchor="ctr" anchorCtr="0" compatLnSpc="1"/>
          <a:lstStyle>
            <a:lvl1pPr algn="ctr">
              <a:buFont typeface="Arial" panose="020B0604020202020204" pitchFamily="34" charset="0"/>
              <a:buNone/>
              <a:defRPr sz="1200" smtClean="0">
                <a:solidFill>
                  <a:srgbClr val="898989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29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356352"/>
            <a:ext cx="2844800" cy="365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68580" tIns="34290" rIns="68580" bIns="34290" numCol="1" anchor="ctr" anchorCtr="0" compatLnSpc="1"/>
          <a:lstStyle>
            <a:lvl1pPr algn="r">
              <a:buFont typeface="Arial" panose="020B0604020202020204" pitchFamily="34" charset="0"/>
              <a:buNone/>
              <a:defRPr sz="1200" smtClean="0">
                <a:solidFill>
                  <a:srgbClr val="898989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9420350C-7EA9-417E-B3BB-B922A5F47173}" type="slidenum">
              <a:rPr lang="zh-CN" altLang="en-US"/>
              <a:t>‹#›</a:t>
            </a:fld>
            <a:endParaRPr lang="en-US"/>
          </a:p>
        </p:txBody>
      </p:sp>
      <p:sp>
        <p:nvSpPr>
          <p:cNvPr id="1034" name="标题占位符 1"/>
          <p:cNvSpPr>
            <a:spLocks noGrp="1" noChangeArrowheads="1"/>
          </p:cNvSpPr>
          <p:nvPr>
            <p:ph type="title"/>
          </p:nvPr>
        </p:nvSpPr>
        <p:spPr bwMode="auto">
          <a:xfrm>
            <a:off x="335361" y="137075"/>
            <a:ext cx="8712967" cy="6334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68580" tIns="34290" rIns="68580" bIns="34290" numCol="1" anchor="ctr" anchorCtr="0" compatLnSpc="1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63" r:id="rId2"/>
    <p:sldLayoutId id="2147483661" r:id="rId3"/>
    <p:sldLayoutId id="2147483662" r:id="rId4"/>
  </p:sldLayoutIdLst>
  <p:transition spd="med"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000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189"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377"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566"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754"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891" indent="-342891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3355" indent="-286166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2971" indent="-228594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160" indent="-228594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349" indent="-228594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537" indent="-228594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726" indent="-228594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8914" indent="-228594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103" indent="-228594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377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4" descr="PPT_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21" y="1970276"/>
            <a:ext cx="12153179" cy="5061181"/>
          </a:xfrm>
          <a:prstGeom prst="rect">
            <a:avLst/>
          </a:prstGeom>
          <a:solidFill>
            <a:schemeClr val="bg2"/>
          </a:solidFill>
        </p:spPr>
      </p:pic>
      <p:sp>
        <p:nvSpPr>
          <p:cNvPr id="3" name="文本框 2"/>
          <p:cNvSpPr txBox="1"/>
          <p:nvPr/>
        </p:nvSpPr>
        <p:spPr>
          <a:xfrm>
            <a:off x="8184232" y="5468702"/>
            <a:ext cx="3528392" cy="1080271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2133" dirty="0">
                <a:latin typeface="Microsoft YaHei" panose="020B0503020204020204" pitchFamily="34" charset="-122"/>
                <a:ea typeface="Microsoft YaHei" panose="020B0503020204020204" pitchFamily="34" charset="-122"/>
                <a:cs typeface="+mj-ea"/>
                <a:sym typeface="+mn-ea"/>
              </a:rPr>
              <a:t>汇  报  人：晏斐</a:t>
            </a:r>
            <a:endParaRPr lang="en-US" altLang="zh-CN" sz="2133" dirty="0">
              <a:latin typeface="Microsoft YaHei" panose="020B0503020204020204" pitchFamily="34" charset="-122"/>
              <a:ea typeface="Microsoft YaHei" panose="020B0503020204020204" pitchFamily="34" charset="-122"/>
              <a:cs typeface="+mj-ea"/>
              <a:sym typeface="+mn-ea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2133" dirty="0">
                <a:latin typeface="Microsoft YaHei" panose="020B0503020204020204" pitchFamily="34" charset="-122"/>
                <a:ea typeface="Microsoft YaHei" panose="020B0503020204020204" pitchFamily="34" charset="-122"/>
                <a:cs typeface="+mj-ea"/>
                <a:sym typeface="+mn-ea"/>
              </a:rPr>
              <a:t>汇报时间：</a:t>
            </a:r>
            <a:fld id="{710FFBD4-847F-ED4E-907D-43B8A442C36E}" type="datetime1">
              <a:rPr lang="zh-CN" altLang="en-US" sz="2133" smtClean="0">
                <a:latin typeface="Microsoft YaHei" panose="020B0503020204020204" pitchFamily="34" charset="-122"/>
                <a:ea typeface="Microsoft YaHei" panose="020B0503020204020204" pitchFamily="34" charset="-122"/>
                <a:cs typeface="+mj-ea"/>
                <a:sym typeface="+mn-ea"/>
              </a:rPr>
              <a:t>2026/3/10</a:t>
            </a:fld>
            <a:endParaRPr lang="en-US" altLang="zh-CN" sz="2133" dirty="0">
              <a:latin typeface="Microsoft YaHei" panose="020B0503020204020204" pitchFamily="34" charset="-122"/>
              <a:ea typeface="Microsoft YaHei" panose="020B0503020204020204" pitchFamily="34" charset="-122"/>
              <a:cs typeface="+mj-ea"/>
              <a:sym typeface="+mn-ea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78557F91-4DDB-19FB-ED44-F14AD8920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000" b="1" kern="0" dirty="0">
                <a:solidFill>
                  <a:schemeClr val="tx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人工智能实践与展望</a:t>
            </a:r>
            <a:endParaRPr lang="zh-CN" altLang="en-US" dirty="0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2E54102A-5758-26D1-BE2D-C3A21C75ADA6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8328248" y="5517232"/>
            <a:ext cx="3311772" cy="9144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54C92AF0-94E0-5F63-236B-322C08357D6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ADDCC5-3100-E6FD-52CA-7A5EA8709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27F85E1-D5C0-86C6-9A22-1B6E4171967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37643601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10294129" y="5813544"/>
            <a:ext cx="1801516" cy="1506432"/>
          </a:xfrm>
          <a:custGeom>
            <a:avLst/>
            <a:gdLst>
              <a:gd name="connsiteX0" fmla="*/ 2308032 w 2359413"/>
              <a:gd name="connsiteY0" fmla="*/ 2073686 h 2176448"/>
              <a:gd name="connsiteX1" fmla="*/ 2359413 w 2359413"/>
              <a:gd name="connsiteY1" fmla="*/ 2125067 h 2176448"/>
              <a:gd name="connsiteX2" fmla="*/ 2308032 w 2359413"/>
              <a:gd name="connsiteY2" fmla="*/ 2176448 h 2176448"/>
              <a:gd name="connsiteX3" fmla="*/ 2256651 w 2359413"/>
              <a:gd name="connsiteY3" fmla="*/ 2125067 h 2176448"/>
              <a:gd name="connsiteX4" fmla="*/ 2308032 w 2359413"/>
              <a:gd name="connsiteY4" fmla="*/ 2073686 h 2176448"/>
              <a:gd name="connsiteX5" fmla="*/ 1931922 w 2359413"/>
              <a:gd name="connsiteY5" fmla="*/ 2073686 h 2176448"/>
              <a:gd name="connsiteX6" fmla="*/ 1983303 w 2359413"/>
              <a:gd name="connsiteY6" fmla="*/ 2125067 h 2176448"/>
              <a:gd name="connsiteX7" fmla="*/ 1931922 w 2359413"/>
              <a:gd name="connsiteY7" fmla="*/ 2176448 h 2176448"/>
              <a:gd name="connsiteX8" fmla="*/ 1880541 w 2359413"/>
              <a:gd name="connsiteY8" fmla="*/ 2125067 h 2176448"/>
              <a:gd name="connsiteX9" fmla="*/ 1931922 w 2359413"/>
              <a:gd name="connsiteY9" fmla="*/ 2073686 h 2176448"/>
              <a:gd name="connsiteX10" fmla="*/ 1555814 w 2359413"/>
              <a:gd name="connsiteY10" fmla="*/ 2073686 h 2176448"/>
              <a:gd name="connsiteX11" fmla="*/ 1607195 w 2359413"/>
              <a:gd name="connsiteY11" fmla="*/ 2125067 h 2176448"/>
              <a:gd name="connsiteX12" fmla="*/ 1555814 w 2359413"/>
              <a:gd name="connsiteY12" fmla="*/ 2176448 h 2176448"/>
              <a:gd name="connsiteX13" fmla="*/ 1504433 w 2359413"/>
              <a:gd name="connsiteY13" fmla="*/ 2125067 h 2176448"/>
              <a:gd name="connsiteX14" fmla="*/ 1555814 w 2359413"/>
              <a:gd name="connsiteY14" fmla="*/ 2073686 h 2176448"/>
              <a:gd name="connsiteX15" fmla="*/ 1179708 w 2359413"/>
              <a:gd name="connsiteY15" fmla="*/ 2073686 h 2176448"/>
              <a:gd name="connsiteX16" fmla="*/ 1231089 w 2359413"/>
              <a:gd name="connsiteY16" fmla="*/ 2125067 h 2176448"/>
              <a:gd name="connsiteX17" fmla="*/ 1179708 w 2359413"/>
              <a:gd name="connsiteY17" fmla="*/ 2176448 h 2176448"/>
              <a:gd name="connsiteX18" fmla="*/ 1128327 w 2359413"/>
              <a:gd name="connsiteY18" fmla="*/ 2125067 h 2176448"/>
              <a:gd name="connsiteX19" fmla="*/ 1179708 w 2359413"/>
              <a:gd name="connsiteY19" fmla="*/ 2073686 h 2176448"/>
              <a:gd name="connsiteX20" fmla="*/ 803599 w 2359413"/>
              <a:gd name="connsiteY20" fmla="*/ 2073686 h 2176448"/>
              <a:gd name="connsiteX21" fmla="*/ 854980 w 2359413"/>
              <a:gd name="connsiteY21" fmla="*/ 2125067 h 2176448"/>
              <a:gd name="connsiteX22" fmla="*/ 803599 w 2359413"/>
              <a:gd name="connsiteY22" fmla="*/ 2176448 h 2176448"/>
              <a:gd name="connsiteX23" fmla="*/ 752218 w 2359413"/>
              <a:gd name="connsiteY23" fmla="*/ 2125067 h 2176448"/>
              <a:gd name="connsiteX24" fmla="*/ 803599 w 2359413"/>
              <a:gd name="connsiteY24" fmla="*/ 2073686 h 2176448"/>
              <a:gd name="connsiteX25" fmla="*/ 427489 w 2359413"/>
              <a:gd name="connsiteY25" fmla="*/ 2073686 h 2176448"/>
              <a:gd name="connsiteX26" fmla="*/ 478870 w 2359413"/>
              <a:gd name="connsiteY26" fmla="*/ 2125067 h 2176448"/>
              <a:gd name="connsiteX27" fmla="*/ 427489 w 2359413"/>
              <a:gd name="connsiteY27" fmla="*/ 2176448 h 2176448"/>
              <a:gd name="connsiteX28" fmla="*/ 376108 w 2359413"/>
              <a:gd name="connsiteY28" fmla="*/ 2125067 h 2176448"/>
              <a:gd name="connsiteX29" fmla="*/ 427489 w 2359413"/>
              <a:gd name="connsiteY29" fmla="*/ 2073686 h 2176448"/>
              <a:gd name="connsiteX30" fmla="*/ 51381 w 2359413"/>
              <a:gd name="connsiteY30" fmla="*/ 2073686 h 2176448"/>
              <a:gd name="connsiteX31" fmla="*/ 102762 w 2359413"/>
              <a:gd name="connsiteY31" fmla="*/ 2125067 h 2176448"/>
              <a:gd name="connsiteX32" fmla="*/ 51381 w 2359413"/>
              <a:gd name="connsiteY32" fmla="*/ 2176448 h 2176448"/>
              <a:gd name="connsiteX33" fmla="*/ 0 w 2359413"/>
              <a:gd name="connsiteY33" fmla="*/ 2125067 h 2176448"/>
              <a:gd name="connsiteX34" fmla="*/ 51381 w 2359413"/>
              <a:gd name="connsiteY34" fmla="*/ 2073686 h 2176448"/>
              <a:gd name="connsiteX35" fmla="*/ 2308032 w 2359413"/>
              <a:gd name="connsiteY35" fmla="*/ 1777446 h 2176448"/>
              <a:gd name="connsiteX36" fmla="*/ 2359413 w 2359413"/>
              <a:gd name="connsiteY36" fmla="*/ 1828827 h 2176448"/>
              <a:gd name="connsiteX37" fmla="*/ 2308032 w 2359413"/>
              <a:gd name="connsiteY37" fmla="*/ 1880208 h 2176448"/>
              <a:gd name="connsiteX38" fmla="*/ 2256651 w 2359413"/>
              <a:gd name="connsiteY38" fmla="*/ 1828827 h 2176448"/>
              <a:gd name="connsiteX39" fmla="*/ 2308032 w 2359413"/>
              <a:gd name="connsiteY39" fmla="*/ 1777446 h 2176448"/>
              <a:gd name="connsiteX40" fmla="*/ 1931922 w 2359413"/>
              <a:gd name="connsiteY40" fmla="*/ 1777446 h 2176448"/>
              <a:gd name="connsiteX41" fmla="*/ 1983303 w 2359413"/>
              <a:gd name="connsiteY41" fmla="*/ 1828827 h 2176448"/>
              <a:gd name="connsiteX42" fmla="*/ 1931922 w 2359413"/>
              <a:gd name="connsiteY42" fmla="*/ 1880208 h 2176448"/>
              <a:gd name="connsiteX43" fmla="*/ 1880541 w 2359413"/>
              <a:gd name="connsiteY43" fmla="*/ 1828827 h 2176448"/>
              <a:gd name="connsiteX44" fmla="*/ 1931922 w 2359413"/>
              <a:gd name="connsiteY44" fmla="*/ 1777446 h 2176448"/>
              <a:gd name="connsiteX45" fmla="*/ 1555814 w 2359413"/>
              <a:gd name="connsiteY45" fmla="*/ 1777446 h 2176448"/>
              <a:gd name="connsiteX46" fmla="*/ 1607195 w 2359413"/>
              <a:gd name="connsiteY46" fmla="*/ 1828827 h 2176448"/>
              <a:gd name="connsiteX47" fmla="*/ 1555814 w 2359413"/>
              <a:gd name="connsiteY47" fmla="*/ 1880208 h 2176448"/>
              <a:gd name="connsiteX48" fmla="*/ 1504433 w 2359413"/>
              <a:gd name="connsiteY48" fmla="*/ 1828827 h 2176448"/>
              <a:gd name="connsiteX49" fmla="*/ 1555814 w 2359413"/>
              <a:gd name="connsiteY49" fmla="*/ 1777446 h 2176448"/>
              <a:gd name="connsiteX50" fmla="*/ 1179708 w 2359413"/>
              <a:gd name="connsiteY50" fmla="*/ 1777446 h 2176448"/>
              <a:gd name="connsiteX51" fmla="*/ 1231089 w 2359413"/>
              <a:gd name="connsiteY51" fmla="*/ 1828827 h 2176448"/>
              <a:gd name="connsiteX52" fmla="*/ 1179708 w 2359413"/>
              <a:gd name="connsiteY52" fmla="*/ 1880208 h 2176448"/>
              <a:gd name="connsiteX53" fmla="*/ 1128327 w 2359413"/>
              <a:gd name="connsiteY53" fmla="*/ 1828827 h 2176448"/>
              <a:gd name="connsiteX54" fmla="*/ 1179708 w 2359413"/>
              <a:gd name="connsiteY54" fmla="*/ 1777446 h 2176448"/>
              <a:gd name="connsiteX55" fmla="*/ 803599 w 2359413"/>
              <a:gd name="connsiteY55" fmla="*/ 1777446 h 2176448"/>
              <a:gd name="connsiteX56" fmla="*/ 854980 w 2359413"/>
              <a:gd name="connsiteY56" fmla="*/ 1828827 h 2176448"/>
              <a:gd name="connsiteX57" fmla="*/ 803599 w 2359413"/>
              <a:gd name="connsiteY57" fmla="*/ 1880208 h 2176448"/>
              <a:gd name="connsiteX58" fmla="*/ 752218 w 2359413"/>
              <a:gd name="connsiteY58" fmla="*/ 1828827 h 2176448"/>
              <a:gd name="connsiteX59" fmla="*/ 803599 w 2359413"/>
              <a:gd name="connsiteY59" fmla="*/ 1777446 h 2176448"/>
              <a:gd name="connsiteX60" fmla="*/ 427489 w 2359413"/>
              <a:gd name="connsiteY60" fmla="*/ 1777446 h 2176448"/>
              <a:gd name="connsiteX61" fmla="*/ 478870 w 2359413"/>
              <a:gd name="connsiteY61" fmla="*/ 1828827 h 2176448"/>
              <a:gd name="connsiteX62" fmla="*/ 427489 w 2359413"/>
              <a:gd name="connsiteY62" fmla="*/ 1880208 h 2176448"/>
              <a:gd name="connsiteX63" fmla="*/ 376108 w 2359413"/>
              <a:gd name="connsiteY63" fmla="*/ 1828827 h 2176448"/>
              <a:gd name="connsiteX64" fmla="*/ 427489 w 2359413"/>
              <a:gd name="connsiteY64" fmla="*/ 1777446 h 2176448"/>
              <a:gd name="connsiteX65" fmla="*/ 51381 w 2359413"/>
              <a:gd name="connsiteY65" fmla="*/ 1777446 h 2176448"/>
              <a:gd name="connsiteX66" fmla="*/ 102762 w 2359413"/>
              <a:gd name="connsiteY66" fmla="*/ 1828827 h 2176448"/>
              <a:gd name="connsiteX67" fmla="*/ 51381 w 2359413"/>
              <a:gd name="connsiteY67" fmla="*/ 1880208 h 2176448"/>
              <a:gd name="connsiteX68" fmla="*/ 0 w 2359413"/>
              <a:gd name="connsiteY68" fmla="*/ 1828827 h 2176448"/>
              <a:gd name="connsiteX69" fmla="*/ 51381 w 2359413"/>
              <a:gd name="connsiteY69" fmla="*/ 1777446 h 2176448"/>
              <a:gd name="connsiteX70" fmla="*/ 2308032 w 2359413"/>
              <a:gd name="connsiteY70" fmla="*/ 1481205 h 2176448"/>
              <a:gd name="connsiteX71" fmla="*/ 2359413 w 2359413"/>
              <a:gd name="connsiteY71" fmla="*/ 1532586 h 2176448"/>
              <a:gd name="connsiteX72" fmla="*/ 2308032 w 2359413"/>
              <a:gd name="connsiteY72" fmla="*/ 1583967 h 2176448"/>
              <a:gd name="connsiteX73" fmla="*/ 2256651 w 2359413"/>
              <a:gd name="connsiteY73" fmla="*/ 1532586 h 2176448"/>
              <a:gd name="connsiteX74" fmla="*/ 2308032 w 2359413"/>
              <a:gd name="connsiteY74" fmla="*/ 1481205 h 2176448"/>
              <a:gd name="connsiteX75" fmla="*/ 1931922 w 2359413"/>
              <a:gd name="connsiteY75" fmla="*/ 1481205 h 2176448"/>
              <a:gd name="connsiteX76" fmla="*/ 1983303 w 2359413"/>
              <a:gd name="connsiteY76" fmla="*/ 1532586 h 2176448"/>
              <a:gd name="connsiteX77" fmla="*/ 1931922 w 2359413"/>
              <a:gd name="connsiteY77" fmla="*/ 1583967 h 2176448"/>
              <a:gd name="connsiteX78" fmla="*/ 1880541 w 2359413"/>
              <a:gd name="connsiteY78" fmla="*/ 1532586 h 2176448"/>
              <a:gd name="connsiteX79" fmla="*/ 1931922 w 2359413"/>
              <a:gd name="connsiteY79" fmla="*/ 1481205 h 2176448"/>
              <a:gd name="connsiteX80" fmla="*/ 1555814 w 2359413"/>
              <a:gd name="connsiteY80" fmla="*/ 1481205 h 2176448"/>
              <a:gd name="connsiteX81" fmla="*/ 1607195 w 2359413"/>
              <a:gd name="connsiteY81" fmla="*/ 1532586 h 2176448"/>
              <a:gd name="connsiteX82" fmla="*/ 1555814 w 2359413"/>
              <a:gd name="connsiteY82" fmla="*/ 1583967 h 2176448"/>
              <a:gd name="connsiteX83" fmla="*/ 1504433 w 2359413"/>
              <a:gd name="connsiteY83" fmla="*/ 1532586 h 2176448"/>
              <a:gd name="connsiteX84" fmla="*/ 1555814 w 2359413"/>
              <a:gd name="connsiteY84" fmla="*/ 1481205 h 2176448"/>
              <a:gd name="connsiteX85" fmla="*/ 1179708 w 2359413"/>
              <a:gd name="connsiteY85" fmla="*/ 1481205 h 2176448"/>
              <a:gd name="connsiteX86" fmla="*/ 1231089 w 2359413"/>
              <a:gd name="connsiteY86" fmla="*/ 1532586 h 2176448"/>
              <a:gd name="connsiteX87" fmla="*/ 1179708 w 2359413"/>
              <a:gd name="connsiteY87" fmla="*/ 1583967 h 2176448"/>
              <a:gd name="connsiteX88" fmla="*/ 1128327 w 2359413"/>
              <a:gd name="connsiteY88" fmla="*/ 1532586 h 2176448"/>
              <a:gd name="connsiteX89" fmla="*/ 1179708 w 2359413"/>
              <a:gd name="connsiteY89" fmla="*/ 1481205 h 2176448"/>
              <a:gd name="connsiteX90" fmla="*/ 803599 w 2359413"/>
              <a:gd name="connsiteY90" fmla="*/ 1481205 h 2176448"/>
              <a:gd name="connsiteX91" fmla="*/ 854980 w 2359413"/>
              <a:gd name="connsiteY91" fmla="*/ 1532586 h 2176448"/>
              <a:gd name="connsiteX92" fmla="*/ 803599 w 2359413"/>
              <a:gd name="connsiteY92" fmla="*/ 1583967 h 2176448"/>
              <a:gd name="connsiteX93" fmla="*/ 752218 w 2359413"/>
              <a:gd name="connsiteY93" fmla="*/ 1532586 h 2176448"/>
              <a:gd name="connsiteX94" fmla="*/ 803599 w 2359413"/>
              <a:gd name="connsiteY94" fmla="*/ 1481205 h 2176448"/>
              <a:gd name="connsiteX95" fmla="*/ 427489 w 2359413"/>
              <a:gd name="connsiteY95" fmla="*/ 1481205 h 2176448"/>
              <a:gd name="connsiteX96" fmla="*/ 478870 w 2359413"/>
              <a:gd name="connsiteY96" fmla="*/ 1532586 h 2176448"/>
              <a:gd name="connsiteX97" fmla="*/ 427489 w 2359413"/>
              <a:gd name="connsiteY97" fmla="*/ 1583967 h 2176448"/>
              <a:gd name="connsiteX98" fmla="*/ 376108 w 2359413"/>
              <a:gd name="connsiteY98" fmla="*/ 1532586 h 2176448"/>
              <a:gd name="connsiteX99" fmla="*/ 427489 w 2359413"/>
              <a:gd name="connsiteY99" fmla="*/ 1481205 h 2176448"/>
              <a:gd name="connsiteX100" fmla="*/ 51381 w 2359413"/>
              <a:gd name="connsiteY100" fmla="*/ 1481205 h 2176448"/>
              <a:gd name="connsiteX101" fmla="*/ 102762 w 2359413"/>
              <a:gd name="connsiteY101" fmla="*/ 1532586 h 2176448"/>
              <a:gd name="connsiteX102" fmla="*/ 51381 w 2359413"/>
              <a:gd name="connsiteY102" fmla="*/ 1583967 h 2176448"/>
              <a:gd name="connsiteX103" fmla="*/ 0 w 2359413"/>
              <a:gd name="connsiteY103" fmla="*/ 1532586 h 2176448"/>
              <a:gd name="connsiteX104" fmla="*/ 51381 w 2359413"/>
              <a:gd name="connsiteY104" fmla="*/ 1481205 h 2176448"/>
              <a:gd name="connsiteX105" fmla="*/ 2308032 w 2359413"/>
              <a:gd name="connsiteY105" fmla="*/ 1184964 h 2176448"/>
              <a:gd name="connsiteX106" fmla="*/ 2359413 w 2359413"/>
              <a:gd name="connsiteY106" fmla="*/ 1236345 h 2176448"/>
              <a:gd name="connsiteX107" fmla="*/ 2308032 w 2359413"/>
              <a:gd name="connsiteY107" fmla="*/ 1287726 h 2176448"/>
              <a:gd name="connsiteX108" fmla="*/ 2256651 w 2359413"/>
              <a:gd name="connsiteY108" fmla="*/ 1236345 h 2176448"/>
              <a:gd name="connsiteX109" fmla="*/ 2308032 w 2359413"/>
              <a:gd name="connsiteY109" fmla="*/ 1184964 h 2176448"/>
              <a:gd name="connsiteX110" fmla="*/ 1931922 w 2359413"/>
              <a:gd name="connsiteY110" fmla="*/ 1184964 h 2176448"/>
              <a:gd name="connsiteX111" fmla="*/ 1983303 w 2359413"/>
              <a:gd name="connsiteY111" fmla="*/ 1236345 h 2176448"/>
              <a:gd name="connsiteX112" fmla="*/ 1931922 w 2359413"/>
              <a:gd name="connsiteY112" fmla="*/ 1287726 h 2176448"/>
              <a:gd name="connsiteX113" fmla="*/ 1880541 w 2359413"/>
              <a:gd name="connsiteY113" fmla="*/ 1236345 h 2176448"/>
              <a:gd name="connsiteX114" fmla="*/ 1931922 w 2359413"/>
              <a:gd name="connsiteY114" fmla="*/ 1184964 h 2176448"/>
              <a:gd name="connsiteX115" fmla="*/ 1555814 w 2359413"/>
              <a:gd name="connsiteY115" fmla="*/ 1184964 h 2176448"/>
              <a:gd name="connsiteX116" fmla="*/ 1607195 w 2359413"/>
              <a:gd name="connsiteY116" fmla="*/ 1236345 h 2176448"/>
              <a:gd name="connsiteX117" fmla="*/ 1555814 w 2359413"/>
              <a:gd name="connsiteY117" fmla="*/ 1287726 h 2176448"/>
              <a:gd name="connsiteX118" fmla="*/ 1504433 w 2359413"/>
              <a:gd name="connsiteY118" fmla="*/ 1236345 h 2176448"/>
              <a:gd name="connsiteX119" fmla="*/ 1555814 w 2359413"/>
              <a:gd name="connsiteY119" fmla="*/ 1184964 h 2176448"/>
              <a:gd name="connsiteX120" fmla="*/ 1179708 w 2359413"/>
              <a:gd name="connsiteY120" fmla="*/ 1184964 h 2176448"/>
              <a:gd name="connsiteX121" fmla="*/ 1231089 w 2359413"/>
              <a:gd name="connsiteY121" fmla="*/ 1236345 h 2176448"/>
              <a:gd name="connsiteX122" fmla="*/ 1179708 w 2359413"/>
              <a:gd name="connsiteY122" fmla="*/ 1287726 h 2176448"/>
              <a:gd name="connsiteX123" fmla="*/ 1128327 w 2359413"/>
              <a:gd name="connsiteY123" fmla="*/ 1236345 h 2176448"/>
              <a:gd name="connsiteX124" fmla="*/ 1179708 w 2359413"/>
              <a:gd name="connsiteY124" fmla="*/ 1184964 h 2176448"/>
              <a:gd name="connsiteX125" fmla="*/ 803599 w 2359413"/>
              <a:gd name="connsiteY125" fmla="*/ 1184964 h 2176448"/>
              <a:gd name="connsiteX126" fmla="*/ 854980 w 2359413"/>
              <a:gd name="connsiteY126" fmla="*/ 1236345 h 2176448"/>
              <a:gd name="connsiteX127" fmla="*/ 803599 w 2359413"/>
              <a:gd name="connsiteY127" fmla="*/ 1287726 h 2176448"/>
              <a:gd name="connsiteX128" fmla="*/ 752218 w 2359413"/>
              <a:gd name="connsiteY128" fmla="*/ 1236345 h 2176448"/>
              <a:gd name="connsiteX129" fmla="*/ 803599 w 2359413"/>
              <a:gd name="connsiteY129" fmla="*/ 1184964 h 2176448"/>
              <a:gd name="connsiteX130" fmla="*/ 427489 w 2359413"/>
              <a:gd name="connsiteY130" fmla="*/ 1184964 h 2176448"/>
              <a:gd name="connsiteX131" fmla="*/ 478870 w 2359413"/>
              <a:gd name="connsiteY131" fmla="*/ 1236345 h 2176448"/>
              <a:gd name="connsiteX132" fmla="*/ 427489 w 2359413"/>
              <a:gd name="connsiteY132" fmla="*/ 1287726 h 2176448"/>
              <a:gd name="connsiteX133" fmla="*/ 376108 w 2359413"/>
              <a:gd name="connsiteY133" fmla="*/ 1236345 h 2176448"/>
              <a:gd name="connsiteX134" fmla="*/ 427489 w 2359413"/>
              <a:gd name="connsiteY134" fmla="*/ 1184964 h 2176448"/>
              <a:gd name="connsiteX135" fmla="*/ 51381 w 2359413"/>
              <a:gd name="connsiteY135" fmla="*/ 1184964 h 2176448"/>
              <a:gd name="connsiteX136" fmla="*/ 102762 w 2359413"/>
              <a:gd name="connsiteY136" fmla="*/ 1236345 h 2176448"/>
              <a:gd name="connsiteX137" fmla="*/ 51381 w 2359413"/>
              <a:gd name="connsiteY137" fmla="*/ 1287726 h 2176448"/>
              <a:gd name="connsiteX138" fmla="*/ 0 w 2359413"/>
              <a:gd name="connsiteY138" fmla="*/ 1236345 h 2176448"/>
              <a:gd name="connsiteX139" fmla="*/ 51381 w 2359413"/>
              <a:gd name="connsiteY139" fmla="*/ 1184964 h 2176448"/>
              <a:gd name="connsiteX140" fmla="*/ 2308032 w 2359413"/>
              <a:gd name="connsiteY140" fmla="*/ 888722 h 2176448"/>
              <a:gd name="connsiteX141" fmla="*/ 2359413 w 2359413"/>
              <a:gd name="connsiteY141" fmla="*/ 940103 h 2176448"/>
              <a:gd name="connsiteX142" fmla="*/ 2308032 w 2359413"/>
              <a:gd name="connsiteY142" fmla="*/ 991484 h 2176448"/>
              <a:gd name="connsiteX143" fmla="*/ 2256651 w 2359413"/>
              <a:gd name="connsiteY143" fmla="*/ 940103 h 2176448"/>
              <a:gd name="connsiteX144" fmla="*/ 2308032 w 2359413"/>
              <a:gd name="connsiteY144" fmla="*/ 888722 h 2176448"/>
              <a:gd name="connsiteX145" fmla="*/ 1931922 w 2359413"/>
              <a:gd name="connsiteY145" fmla="*/ 888722 h 2176448"/>
              <a:gd name="connsiteX146" fmla="*/ 1983303 w 2359413"/>
              <a:gd name="connsiteY146" fmla="*/ 940103 h 2176448"/>
              <a:gd name="connsiteX147" fmla="*/ 1931922 w 2359413"/>
              <a:gd name="connsiteY147" fmla="*/ 991484 h 2176448"/>
              <a:gd name="connsiteX148" fmla="*/ 1880541 w 2359413"/>
              <a:gd name="connsiteY148" fmla="*/ 940103 h 2176448"/>
              <a:gd name="connsiteX149" fmla="*/ 1931922 w 2359413"/>
              <a:gd name="connsiteY149" fmla="*/ 888722 h 2176448"/>
              <a:gd name="connsiteX150" fmla="*/ 1555814 w 2359413"/>
              <a:gd name="connsiteY150" fmla="*/ 888722 h 2176448"/>
              <a:gd name="connsiteX151" fmla="*/ 1607195 w 2359413"/>
              <a:gd name="connsiteY151" fmla="*/ 940103 h 2176448"/>
              <a:gd name="connsiteX152" fmla="*/ 1555814 w 2359413"/>
              <a:gd name="connsiteY152" fmla="*/ 991484 h 2176448"/>
              <a:gd name="connsiteX153" fmla="*/ 1504433 w 2359413"/>
              <a:gd name="connsiteY153" fmla="*/ 940103 h 2176448"/>
              <a:gd name="connsiteX154" fmla="*/ 1555814 w 2359413"/>
              <a:gd name="connsiteY154" fmla="*/ 888722 h 2176448"/>
              <a:gd name="connsiteX155" fmla="*/ 1179708 w 2359413"/>
              <a:gd name="connsiteY155" fmla="*/ 888722 h 2176448"/>
              <a:gd name="connsiteX156" fmla="*/ 1231089 w 2359413"/>
              <a:gd name="connsiteY156" fmla="*/ 940103 h 2176448"/>
              <a:gd name="connsiteX157" fmla="*/ 1179708 w 2359413"/>
              <a:gd name="connsiteY157" fmla="*/ 991484 h 2176448"/>
              <a:gd name="connsiteX158" fmla="*/ 1128327 w 2359413"/>
              <a:gd name="connsiteY158" fmla="*/ 940103 h 2176448"/>
              <a:gd name="connsiteX159" fmla="*/ 1179708 w 2359413"/>
              <a:gd name="connsiteY159" fmla="*/ 888722 h 2176448"/>
              <a:gd name="connsiteX160" fmla="*/ 803599 w 2359413"/>
              <a:gd name="connsiteY160" fmla="*/ 888722 h 2176448"/>
              <a:gd name="connsiteX161" fmla="*/ 854980 w 2359413"/>
              <a:gd name="connsiteY161" fmla="*/ 940103 h 2176448"/>
              <a:gd name="connsiteX162" fmla="*/ 803599 w 2359413"/>
              <a:gd name="connsiteY162" fmla="*/ 991484 h 2176448"/>
              <a:gd name="connsiteX163" fmla="*/ 752218 w 2359413"/>
              <a:gd name="connsiteY163" fmla="*/ 940103 h 2176448"/>
              <a:gd name="connsiteX164" fmla="*/ 803599 w 2359413"/>
              <a:gd name="connsiteY164" fmla="*/ 888722 h 2176448"/>
              <a:gd name="connsiteX165" fmla="*/ 427489 w 2359413"/>
              <a:gd name="connsiteY165" fmla="*/ 888722 h 2176448"/>
              <a:gd name="connsiteX166" fmla="*/ 478870 w 2359413"/>
              <a:gd name="connsiteY166" fmla="*/ 940103 h 2176448"/>
              <a:gd name="connsiteX167" fmla="*/ 427489 w 2359413"/>
              <a:gd name="connsiteY167" fmla="*/ 991484 h 2176448"/>
              <a:gd name="connsiteX168" fmla="*/ 376108 w 2359413"/>
              <a:gd name="connsiteY168" fmla="*/ 940103 h 2176448"/>
              <a:gd name="connsiteX169" fmla="*/ 427489 w 2359413"/>
              <a:gd name="connsiteY169" fmla="*/ 888722 h 2176448"/>
              <a:gd name="connsiteX170" fmla="*/ 51381 w 2359413"/>
              <a:gd name="connsiteY170" fmla="*/ 888722 h 2176448"/>
              <a:gd name="connsiteX171" fmla="*/ 102762 w 2359413"/>
              <a:gd name="connsiteY171" fmla="*/ 940103 h 2176448"/>
              <a:gd name="connsiteX172" fmla="*/ 51381 w 2359413"/>
              <a:gd name="connsiteY172" fmla="*/ 991484 h 2176448"/>
              <a:gd name="connsiteX173" fmla="*/ 0 w 2359413"/>
              <a:gd name="connsiteY173" fmla="*/ 940103 h 2176448"/>
              <a:gd name="connsiteX174" fmla="*/ 51381 w 2359413"/>
              <a:gd name="connsiteY174" fmla="*/ 888722 h 2176448"/>
              <a:gd name="connsiteX175" fmla="*/ 2308032 w 2359413"/>
              <a:gd name="connsiteY175" fmla="*/ 592481 h 2176448"/>
              <a:gd name="connsiteX176" fmla="*/ 2359413 w 2359413"/>
              <a:gd name="connsiteY176" fmla="*/ 643862 h 2176448"/>
              <a:gd name="connsiteX177" fmla="*/ 2308032 w 2359413"/>
              <a:gd name="connsiteY177" fmla="*/ 695243 h 2176448"/>
              <a:gd name="connsiteX178" fmla="*/ 2256651 w 2359413"/>
              <a:gd name="connsiteY178" fmla="*/ 643862 h 2176448"/>
              <a:gd name="connsiteX179" fmla="*/ 2308032 w 2359413"/>
              <a:gd name="connsiteY179" fmla="*/ 592481 h 2176448"/>
              <a:gd name="connsiteX180" fmla="*/ 1931922 w 2359413"/>
              <a:gd name="connsiteY180" fmla="*/ 592481 h 2176448"/>
              <a:gd name="connsiteX181" fmla="*/ 1983303 w 2359413"/>
              <a:gd name="connsiteY181" fmla="*/ 643862 h 2176448"/>
              <a:gd name="connsiteX182" fmla="*/ 1931922 w 2359413"/>
              <a:gd name="connsiteY182" fmla="*/ 695243 h 2176448"/>
              <a:gd name="connsiteX183" fmla="*/ 1880541 w 2359413"/>
              <a:gd name="connsiteY183" fmla="*/ 643862 h 2176448"/>
              <a:gd name="connsiteX184" fmla="*/ 1931922 w 2359413"/>
              <a:gd name="connsiteY184" fmla="*/ 592481 h 2176448"/>
              <a:gd name="connsiteX185" fmla="*/ 1555814 w 2359413"/>
              <a:gd name="connsiteY185" fmla="*/ 592481 h 2176448"/>
              <a:gd name="connsiteX186" fmla="*/ 1607195 w 2359413"/>
              <a:gd name="connsiteY186" fmla="*/ 643862 h 2176448"/>
              <a:gd name="connsiteX187" fmla="*/ 1555814 w 2359413"/>
              <a:gd name="connsiteY187" fmla="*/ 695243 h 2176448"/>
              <a:gd name="connsiteX188" fmla="*/ 1504433 w 2359413"/>
              <a:gd name="connsiteY188" fmla="*/ 643862 h 2176448"/>
              <a:gd name="connsiteX189" fmla="*/ 1555814 w 2359413"/>
              <a:gd name="connsiteY189" fmla="*/ 592481 h 2176448"/>
              <a:gd name="connsiteX190" fmla="*/ 1179708 w 2359413"/>
              <a:gd name="connsiteY190" fmla="*/ 592481 h 2176448"/>
              <a:gd name="connsiteX191" fmla="*/ 1231089 w 2359413"/>
              <a:gd name="connsiteY191" fmla="*/ 643862 h 2176448"/>
              <a:gd name="connsiteX192" fmla="*/ 1179708 w 2359413"/>
              <a:gd name="connsiteY192" fmla="*/ 695243 h 2176448"/>
              <a:gd name="connsiteX193" fmla="*/ 1128327 w 2359413"/>
              <a:gd name="connsiteY193" fmla="*/ 643862 h 2176448"/>
              <a:gd name="connsiteX194" fmla="*/ 1179708 w 2359413"/>
              <a:gd name="connsiteY194" fmla="*/ 592481 h 2176448"/>
              <a:gd name="connsiteX195" fmla="*/ 803599 w 2359413"/>
              <a:gd name="connsiteY195" fmla="*/ 592481 h 2176448"/>
              <a:gd name="connsiteX196" fmla="*/ 854980 w 2359413"/>
              <a:gd name="connsiteY196" fmla="*/ 643862 h 2176448"/>
              <a:gd name="connsiteX197" fmla="*/ 803599 w 2359413"/>
              <a:gd name="connsiteY197" fmla="*/ 695243 h 2176448"/>
              <a:gd name="connsiteX198" fmla="*/ 752218 w 2359413"/>
              <a:gd name="connsiteY198" fmla="*/ 643862 h 2176448"/>
              <a:gd name="connsiteX199" fmla="*/ 803599 w 2359413"/>
              <a:gd name="connsiteY199" fmla="*/ 592481 h 2176448"/>
              <a:gd name="connsiteX200" fmla="*/ 427489 w 2359413"/>
              <a:gd name="connsiteY200" fmla="*/ 592481 h 2176448"/>
              <a:gd name="connsiteX201" fmla="*/ 478870 w 2359413"/>
              <a:gd name="connsiteY201" fmla="*/ 643862 h 2176448"/>
              <a:gd name="connsiteX202" fmla="*/ 427489 w 2359413"/>
              <a:gd name="connsiteY202" fmla="*/ 695243 h 2176448"/>
              <a:gd name="connsiteX203" fmla="*/ 376108 w 2359413"/>
              <a:gd name="connsiteY203" fmla="*/ 643862 h 2176448"/>
              <a:gd name="connsiteX204" fmla="*/ 427489 w 2359413"/>
              <a:gd name="connsiteY204" fmla="*/ 592481 h 2176448"/>
              <a:gd name="connsiteX205" fmla="*/ 51381 w 2359413"/>
              <a:gd name="connsiteY205" fmla="*/ 592481 h 2176448"/>
              <a:gd name="connsiteX206" fmla="*/ 102762 w 2359413"/>
              <a:gd name="connsiteY206" fmla="*/ 643862 h 2176448"/>
              <a:gd name="connsiteX207" fmla="*/ 51381 w 2359413"/>
              <a:gd name="connsiteY207" fmla="*/ 695243 h 2176448"/>
              <a:gd name="connsiteX208" fmla="*/ 0 w 2359413"/>
              <a:gd name="connsiteY208" fmla="*/ 643862 h 2176448"/>
              <a:gd name="connsiteX209" fmla="*/ 51381 w 2359413"/>
              <a:gd name="connsiteY209" fmla="*/ 592481 h 2176448"/>
              <a:gd name="connsiteX210" fmla="*/ 2308032 w 2359413"/>
              <a:gd name="connsiteY210" fmla="*/ 296241 h 2176448"/>
              <a:gd name="connsiteX211" fmla="*/ 2359413 w 2359413"/>
              <a:gd name="connsiteY211" fmla="*/ 347622 h 2176448"/>
              <a:gd name="connsiteX212" fmla="*/ 2308032 w 2359413"/>
              <a:gd name="connsiteY212" fmla="*/ 399003 h 2176448"/>
              <a:gd name="connsiteX213" fmla="*/ 2256651 w 2359413"/>
              <a:gd name="connsiteY213" fmla="*/ 347622 h 2176448"/>
              <a:gd name="connsiteX214" fmla="*/ 2308032 w 2359413"/>
              <a:gd name="connsiteY214" fmla="*/ 296241 h 2176448"/>
              <a:gd name="connsiteX215" fmla="*/ 1931922 w 2359413"/>
              <a:gd name="connsiteY215" fmla="*/ 296241 h 2176448"/>
              <a:gd name="connsiteX216" fmla="*/ 1983303 w 2359413"/>
              <a:gd name="connsiteY216" fmla="*/ 347622 h 2176448"/>
              <a:gd name="connsiteX217" fmla="*/ 1931922 w 2359413"/>
              <a:gd name="connsiteY217" fmla="*/ 399003 h 2176448"/>
              <a:gd name="connsiteX218" fmla="*/ 1880541 w 2359413"/>
              <a:gd name="connsiteY218" fmla="*/ 347622 h 2176448"/>
              <a:gd name="connsiteX219" fmla="*/ 1931922 w 2359413"/>
              <a:gd name="connsiteY219" fmla="*/ 296241 h 2176448"/>
              <a:gd name="connsiteX220" fmla="*/ 1555814 w 2359413"/>
              <a:gd name="connsiteY220" fmla="*/ 296241 h 2176448"/>
              <a:gd name="connsiteX221" fmla="*/ 1607195 w 2359413"/>
              <a:gd name="connsiteY221" fmla="*/ 347622 h 2176448"/>
              <a:gd name="connsiteX222" fmla="*/ 1555814 w 2359413"/>
              <a:gd name="connsiteY222" fmla="*/ 399003 h 2176448"/>
              <a:gd name="connsiteX223" fmla="*/ 1504433 w 2359413"/>
              <a:gd name="connsiteY223" fmla="*/ 347622 h 2176448"/>
              <a:gd name="connsiteX224" fmla="*/ 1555814 w 2359413"/>
              <a:gd name="connsiteY224" fmla="*/ 296241 h 2176448"/>
              <a:gd name="connsiteX225" fmla="*/ 1179708 w 2359413"/>
              <a:gd name="connsiteY225" fmla="*/ 296241 h 2176448"/>
              <a:gd name="connsiteX226" fmla="*/ 1231089 w 2359413"/>
              <a:gd name="connsiteY226" fmla="*/ 347622 h 2176448"/>
              <a:gd name="connsiteX227" fmla="*/ 1179708 w 2359413"/>
              <a:gd name="connsiteY227" fmla="*/ 399003 h 2176448"/>
              <a:gd name="connsiteX228" fmla="*/ 1128327 w 2359413"/>
              <a:gd name="connsiteY228" fmla="*/ 347622 h 2176448"/>
              <a:gd name="connsiteX229" fmla="*/ 1179708 w 2359413"/>
              <a:gd name="connsiteY229" fmla="*/ 296241 h 2176448"/>
              <a:gd name="connsiteX230" fmla="*/ 803599 w 2359413"/>
              <a:gd name="connsiteY230" fmla="*/ 296241 h 2176448"/>
              <a:gd name="connsiteX231" fmla="*/ 854980 w 2359413"/>
              <a:gd name="connsiteY231" fmla="*/ 347622 h 2176448"/>
              <a:gd name="connsiteX232" fmla="*/ 803599 w 2359413"/>
              <a:gd name="connsiteY232" fmla="*/ 399003 h 2176448"/>
              <a:gd name="connsiteX233" fmla="*/ 752218 w 2359413"/>
              <a:gd name="connsiteY233" fmla="*/ 347622 h 2176448"/>
              <a:gd name="connsiteX234" fmla="*/ 803599 w 2359413"/>
              <a:gd name="connsiteY234" fmla="*/ 296241 h 2176448"/>
              <a:gd name="connsiteX235" fmla="*/ 427489 w 2359413"/>
              <a:gd name="connsiteY235" fmla="*/ 296241 h 2176448"/>
              <a:gd name="connsiteX236" fmla="*/ 478870 w 2359413"/>
              <a:gd name="connsiteY236" fmla="*/ 347622 h 2176448"/>
              <a:gd name="connsiteX237" fmla="*/ 427489 w 2359413"/>
              <a:gd name="connsiteY237" fmla="*/ 399003 h 2176448"/>
              <a:gd name="connsiteX238" fmla="*/ 376108 w 2359413"/>
              <a:gd name="connsiteY238" fmla="*/ 347622 h 2176448"/>
              <a:gd name="connsiteX239" fmla="*/ 427489 w 2359413"/>
              <a:gd name="connsiteY239" fmla="*/ 296241 h 2176448"/>
              <a:gd name="connsiteX240" fmla="*/ 51381 w 2359413"/>
              <a:gd name="connsiteY240" fmla="*/ 296241 h 2176448"/>
              <a:gd name="connsiteX241" fmla="*/ 102762 w 2359413"/>
              <a:gd name="connsiteY241" fmla="*/ 347622 h 2176448"/>
              <a:gd name="connsiteX242" fmla="*/ 51381 w 2359413"/>
              <a:gd name="connsiteY242" fmla="*/ 399003 h 2176448"/>
              <a:gd name="connsiteX243" fmla="*/ 0 w 2359413"/>
              <a:gd name="connsiteY243" fmla="*/ 347622 h 2176448"/>
              <a:gd name="connsiteX244" fmla="*/ 51381 w 2359413"/>
              <a:gd name="connsiteY244" fmla="*/ 296241 h 2176448"/>
              <a:gd name="connsiteX245" fmla="*/ 2308032 w 2359413"/>
              <a:gd name="connsiteY245" fmla="*/ 0 h 2176448"/>
              <a:gd name="connsiteX246" fmla="*/ 2359413 w 2359413"/>
              <a:gd name="connsiteY246" fmla="*/ 51381 h 2176448"/>
              <a:gd name="connsiteX247" fmla="*/ 2308032 w 2359413"/>
              <a:gd name="connsiteY247" fmla="*/ 102762 h 2176448"/>
              <a:gd name="connsiteX248" fmla="*/ 2256651 w 2359413"/>
              <a:gd name="connsiteY248" fmla="*/ 51381 h 2176448"/>
              <a:gd name="connsiteX249" fmla="*/ 2308032 w 2359413"/>
              <a:gd name="connsiteY249" fmla="*/ 0 h 2176448"/>
              <a:gd name="connsiteX250" fmla="*/ 1931922 w 2359413"/>
              <a:gd name="connsiteY250" fmla="*/ 0 h 2176448"/>
              <a:gd name="connsiteX251" fmla="*/ 1983303 w 2359413"/>
              <a:gd name="connsiteY251" fmla="*/ 51381 h 2176448"/>
              <a:gd name="connsiteX252" fmla="*/ 1931922 w 2359413"/>
              <a:gd name="connsiteY252" fmla="*/ 102762 h 2176448"/>
              <a:gd name="connsiteX253" fmla="*/ 1880541 w 2359413"/>
              <a:gd name="connsiteY253" fmla="*/ 51381 h 2176448"/>
              <a:gd name="connsiteX254" fmla="*/ 1931922 w 2359413"/>
              <a:gd name="connsiteY254" fmla="*/ 0 h 2176448"/>
              <a:gd name="connsiteX255" fmla="*/ 1555814 w 2359413"/>
              <a:gd name="connsiteY255" fmla="*/ 0 h 2176448"/>
              <a:gd name="connsiteX256" fmla="*/ 1607195 w 2359413"/>
              <a:gd name="connsiteY256" fmla="*/ 51381 h 2176448"/>
              <a:gd name="connsiteX257" fmla="*/ 1555814 w 2359413"/>
              <a:gd name="connsiteY257" fmla="*/ 102762 h 2176448"/>
              <a:gd name="connsiteX258" fmla="*/ 1504433 w 2359413"/>
              <a:gd name="connsiteY258" fmla="*/ 51381 h 2176448"/>
              <a:gd name="connsiteX259" fmla="*/ 1555814 w 2359413"/>
              <a:gd name="connsiteY259" fmla="*/ 0 h 2176448"/>
              <a:gd name="connsiteX260" fmla="*/ 1179708 w 2359413"/>
              <a:gd name="connsiteY260" fmla="*/ 0 h 2176448"/>
              <a:gd name="connsiteX261" fmla="*/ 1231089 w 2359413"/>
              <a:gd name="connsiteY261" fmla="*/ 51381 h 2176448"/>
              <a:gd name="connsiteX262" fmla="*/ 1179708 w 2359413"/>
              <a:gd name="connsiteY262" fmla="*/ 102762 h 2176448"/>
              <a:gd name="connsiteX263" fmla="*/ 1128327 w 2359413"/>
              <a:gd name="connsiteY263" fmla="*/ 51381 h 2176448"/>
              <a:gd name="connsiteX264" fmla="*/ 1179708 w 2359413"/>
              <a:gd name="connsiteY264" fmla="*/ 0 h 2176448"/>
              <a:gd name="connsiteX265" fmla="*/ 803599 w 2359413"/>
              <a:gd name="connsiteY265" fmla="*/ 0 h 2176448"/>
              <a:gd name="connsiteX266" fmla="*/ 854980 w 2359413"/>
              <a:gd name="connsiteY266" fmla="*/ 51381 h 2176448"/>
              <a:gd name="connsiteX267" fmla="*/ 803599 w 2359413"/>
              <a:gd name="connsiteY267" fmla="*/ 102762 h 2176448"/>
              <a:gd name="connsiteX268" fmla="*/ 752218 w 2359413"/>
              <a:gd name="connsiteY268" fmla="*/ 51381 h 2176448"/>
              <a:gd name="connsiteX269" fmla="*/ 803599 w 2359413"/>
              <a:gd name="connsiteY269" fmla="*/ 0 h 2176448"/>
              <a:gd name="connsiteX270" fmla="*/ 427489 w 2359413"/>
              <a:gd name="connsiteY270" fmla="*/ 0 h 2176448"/>
              <a:gd name="connsiteX271" fmla="*/ 478870 w 2359413"/>
              <a:gd name="connsiteY271" fmla="*/ 51381 h 2176448"/>
              <a:gd name="connsiteX272" fmla="*/ 427489 w 2359413"/>
              <a:gd name="connsiteY272" fmla="*/ 102762 h 2176448"/>
              <a:gd name="connsiteX273" fmla="*/ 376108 w 2359413"/>
              <a:gd name="connsiteY273" fmla="*/ 51381 h 2176448"/>
              <a:gd name="connsiteX274" fmla="*/ 427489 w 2359413"/>
              <a:gd name="connsiteY274" fmla="*/ 0 h 2176448"/>
              <a:gd name="connsiteX275" fmla="*/ 51381 w 2359413"/>
              <a:gd name="connsiteY275" fmla="*/ 0 h 2176448"/>
              <a:gd name="connsiteX276" fmla="*/ 102762 w 2359413"/>
              <a:gd name="connsiteY276" fmla="*/ 51381 h 2176448"/>
              <a:gd name="connsiteX277" fmla="*/ 51381 w 2359413"/>
              <a:gd name="connsiteY277" fmla="*/ 102762 h 2176448"/>
              <a:gd name="connsiteX278" fmla="*/ 0 w 2359413"/>
              <a:gd name="connsiteY278" fmla="*/ 51381 h 2176448"/>
              <a:gd name="connsiteX279" fmla="*/ 51381 w 2359413"/>
              <a:gd name="connsiteY279" fmla="*/ 0 h 2176448"/>
            </a:gdLst>
            <a:ahLst/>
            <a:cxnLst/>
            <a:rect l="l" t="t" r="r" b="b"/>
            <a:pathLst>
              <a:path w="2359413" h="2176448">
                <a:moveTo>
                  <a:pt x="2308032" y="2073686"/>
                </a:moveTo>
                <a:cubicBezTo>
                  <a:pt x="2336409" y="2073686"/>
                  <a:pt x="2359413" y="2096690"/>
                  <a:pt x="2359413" y="2125067"/>
                </a:cubicBezTo>
                <a:cubicBezTo>
                  <a:pt x="2359413" y="2153444"/>
                  <a:pt x="2336409" y="2176448"/>
                  <a:pt x="2308032" y="2176448"/>
                </a:cubicBezTo>
                <a:cubicBezTo>
                  <a:pt x="2279655" y="2176448"/>
                  <a:pt x="2256651" y="2153444"/>
                  <a:pt x="2256651" y="2125067"/>
                </a:cubicBezTo>
                <a:cubicBezTo>
                  <a:pt x="2256651" y="2096690"/>
                  <a:pt x="2279655" y="2073686"/>
                  <a:pt x="2308032" y="2073686"/>
                </a:cubicBezTo>
                <a:close/>
                <a:moveTo>
                  <a:pt x="1931922" y="2073686"/>
                </a:moveTo>
                <a:cubicBezTo>
                  <a:pt x="1960299" y="2073686"/>
                  <a:pt x="1983303" y="2096690"/>
                  <a:pt x="1983303" y="2125067"/>
                </a:cubicBezTo>
                <a:cubicBezTo>
                  <a:pt x="1983303" y="2153444"/>
                  <a:pt x="1960299" y="2176448"/>
                  <a:pt x="1931922" y="2176448"/>
                </a:cubicBezTo>
                <a:cubicBezTo>
                  <a:pt x="1903545" y="2176448"/>
                  <a:pt x="1880541" y="2153444"/>
                  <a:pt x="1880541" y="2125067"/>
                </a:cubicBezTo>
                <a:cubicBezTo>
                  <a:pt x="1880541" y="2096690"/>
                  <a:pt x="1903545" y="2073686"/>
                  <a:pt x="1931922" y="2073686"/>
                </a:cubicBezTo>
                <a:close/>
                <a:moveTo>
                  <a:pt x="1555814" y="2073686"/>
                </a:moveTo>
                <a:cubicBezTo>
                  <a:pt x="1584191" y="2073686"/>
                  <a:pt x="1607195" y="2096690"/>
                  <a:pt x="1607195" y="2125067"/>
                </a:cubicBezTo>
                <a:cubicBezTo>
                  <a:pt x="1607195" y="2153444"/>
                  <a:pt x="1584191" y="2176448"/>
                  <a:pt x="1555814" y="2176448"/>
                </a:cubicBezTo>
                <a:cubicBezTo>
                  <a:pt x="1527437" y="2176448"/>
                  <a:pt x="1504433" y="2153444"/>
                  <a:pt x="1504433" y="2125067"/>
                </a:cubicBezTo>
                <a:cubicBezTo>
                  <a:pt x="1504433" y="2096690"/>
                  <a:pt x="1527437" y="2073686"/>
                  <a:pt x="1555814" y="2073686"/>
                </a:cubicBezTo>
                <a:close/>
                <a:moveTo>
                  <a:pt x="1179708" y="2073686"/>
                </a:moveTo>
                <a:cubicBezTo>
                  <a:pt x="1208085" y="2073686"/>
                  <a:pt x="1231089" y="2096690"/>
                  <a:pt x="1231089" y="2125067"/>
                </a:cubicBezTo>
                <a:cubicBezTo>
                  <a:pt x="1231089" y="2153444"/>
                  <a:pt x="1208085" y="2176448"/>
                  <a:pt x="1179708" y="2176448"/>
                </a:cubicBezTo>
                <a:cubicBezTo>
                  <a:pt x="1151331" y="2176448"/>
                  <a:pt x="1128327" y="2153444"/>
                  <a:pt x="1128327" y="2125067"/>
                </a:cubicBezTo>
                <a:cubicBezTo>
                  <a:pt x="1128327" y="2096690"/>
                  <a:pt x="1151331" y="2073686"/>
                  <a:pt x="1179708" y="2073686"/>
                </a:cubicBezTo>
                <a:close/>
                <a:moveTo>
                  <a:pt x="803599" y="2073686"/>
                </a:moveTo>
                <a:cubicBezTo>
                  <a:pt x="831976" y="2073686"/>
                  <a:pt x="854980" y="2096690"/>
                  <a:pt x="854980" y="2125067"/>
                </a:cubicBezTo>
                <a:cubicBezTo>
                  <a:pt x="854980" y="2153444"/>
                  <a:pt x="831976" y="2176448"/>
                  <a:pt x="803599" y="2176448"/>
                </a:cubicBezTo>
                <a:cubicBezTo>
                  <a:pt x="775222" y="2176448"/>
                  <a:pt x="752218" y="2153444"/>
                  <a:pt x="752218" y="2125067"/>
                </a:cubicBezTo>
                <a:cubicBezTo>
                  <a:pt x="752218" y="2096690"/>
                  <a:pt x="775222" y="2073686"/>
                  <a:pt x="803599" y="2073686"/>
                </a:cubicBezTo>
                <a:close/>
                <a:moveTo>
                  <a:pt x="427489" y="2073686"/>
                </a:moveTo>
                <a:cubicBezTo>
                  <a:pt x="455866" y="2073686"/>
                  <a:pt x="478870" y="2096690"/>
                  <a:pt x="478870" y="2125067"/>
                </a:cubicBezTo>
                <a:cubicBezTo>
                  <a:pt x="478870" y="2153444"/>
                  <a:pt x="455866" y="2176448"/>
                  <a:pt x="427489" y="2176448"/>
                </a:cubicBezTo>
                <a:cubicBezTo>
                  <a:pt x="399112" y="2176448"/>
                  <a:pt x="376108" y="2153444"/>
                  <a:pt x="376108" y="2125067"/>
                </a:cubicBezTo>
                <a:cubicBezTo>
                  <a:pt x="376108" y="2096690"/>
                  <a:pt x="399112" y="2073686"/>
                  <a:pt x="427489" y="2073686"/>
                </a:cubicBezTo>
                <a:close/>
                <a:moveTo>
                  <a:pt x="51381" y="2073686"/>
                </a:moveTo>
                <a:cubicBezTo>
                  <a:pt x="79758" y="2073686"/>
                  <a:pt x="102762" y="2096690"/>
                  <a:pt x="102762" y="2125067"/>
                </a:cubicBezTo>
                <a:cubicBezTo>
                  <a:pt x="102762" y="2153444"/>
                  <a:pt x="79758" y="2176448"/>
                  <a:pt x="51381" y="2176448"/>
                </a:cubicBezTo>
                <a:cubicBezTo>
                  <a:pt x="23004" y="2176448"/>
                  <a:pt x="0" y="2153444"/>
                  <a:pt x="0" y="2125067"/>
                </a:cubicBezTo>
                <a:cubicBezTo>
                  <a:pt x="0" y="2096690"/>
                  <a:pt x="23004" y="2073686"/>
                  <a:pt x="51381" y="2073686"/>
                </a:cubicBezTo>
                <a:close/>
                <a:moveTo>
                  <a:pt x="2308032" y="1777446"/>
                </a:moveTo>
                <a:cubicBezTo>
                  <a:pt x="2336409" y="1777446"/>
                  <a:pt x="2359413" y="1800450"/>
                  <a:pt x="2359413" y="1828827"/>
                </a:cubicBezTo>
                <a:cubicBezTo>
                  <a:pt x="2359413" y="1857204"/>
                  <a:pt x="2336409" y="1880208"/>
                  <a:pt x="2308032" y="1880208"/>
                </a:cubicBezTo>
                <a:cubicBezTo>
                  <a:pt x="2279655" y="1880208"/>
                  <a:pt x="2256651" y="1857204"/>
                  <a:pt x="2256651" y="1828827"/>
                </a:cubicBezTo>
                <a:cubicBezTo>
                  <a:pt x="2256651" y="1800450"/>
                  <a:pt x="2279655" y="1777446"/>
                  <a:pt x="2308032" y="1777446"/>
                </a:cubicBezTo>
                <a:close/>
                <a:moveTo>
                  <a:pt x="1931922" y="1777446"/>
                </a:moveTo>
                <a:cubicBezTo>
                  <a:pt x="1960299" y="1777446"/>
                  <a:pt x="1983303" y="1800450"/>
                  <a:pt x="1983303" y="1828827"/>
                </a:cubicBezTo>
                <a:cubicBezTo>
                  <a:pt x="1983303" y="1857204"/>
                  <a:pt x="1960299" y="1880208"/>
                  <a:pt x="1931922" y="1880208"/>
                </a:cubicBezTo>
                <a:cubicBezTo>
                  <a:pt x="1903545" y="1880208"/>
                  <a:pt x="1880541" y="1857204"/>
                  <a:pt x="1880541" y="1828827"/>
                </a:cubicBezTo>
                <a:cubicBezTo>
                  <a:pt x="1880541" y="1800450"/>
                  <a:pt x="1903545" y="1777446"/>
                  <a:pt x="1931922" y="1777446"/>
                </a:cubicBezTo>
                <a:close/>
                <a:moveTo>
                  <a:pt x="1555814" y="1777446"/>
                </a:moveTo>
                <a:cubicBezTo>
                  <a:pt x="1584191" y="1777446"/>
                  <a:pt x="1607195" y="1800450"/>
                  <a:pt x="1607195" y="1828827"/>
                </a:cubicBezTo>
                <a:cubicBezTo>
                  <a:pt x="1607195" y="1857204"/>
                  <a:pt x="1584191" y="1880208"/>
                  <a:pt x="1555814" y="1880208"/>
                </a:cubicBezTo>
                <a:cubicBezTo>
                  <a:pt x="1527437" y="1880208"/>
                  <a:pt x="1504433" y="1857204"/>
                  <a:pt x="1504433" y="1828827"/>
                </a:cubicBezTo>
                <a:cubicBezTo>
                  <a:pt x="1504433" y="1800450"/>
                  <a:pt x="1527437" y="1777446"/>
                  <a:pt x="1555814" y="1777446"/>
                </a:cubicBezTo>
                <a:close/>
                <a:moveTo>
                  <a:pt x="1179708" y="1777446"/>
                </a:moveTo>
                <a:cubicBezTo>
                  <a:pt x="1208085" y="1777446"/>
                  <a:pt x="1231089" y="1800450"/>
                  <a:pt x="1231089" y="1828827"/>
                </a:cubicBezTo>
                <a:cubicBezTo>
                  <a:pt x="1231089" y="1857204"/>
                  <a:pt x="1208085" y="1880208"/>
                  <a:pt x="1179708" y="1880208"/>
                </a:cubicBezTo>
                <a:cubicBezTo>
                  <a:pt x="1151331" y="1880208"/>
                  <a:pt x="1128327" y="1857204"/>
                  <a:pt x="1128327" y="1828827"/>
                </a:cubicBezTo>
                <a:cubicBezTo>
                  <a:pt x="1128327" y="1800450"/>
                  <a:pt x="1151331" y="1777446"/>
                  <a:pt x="1179708" y="1777446"/>
                </a:cubicBezTo>
                <a:close/>
                <a:moveTo>
                  <a:pt x="803599" y="1777446"/>
                </a:moveTo>
                <a:cubicBezTo>
                  <a:pt x="831976" y="1777446"/>
                  <a:pt x="854980" y="1800450"/>
                  <a:pt x="854980" y="1828827"/>
                </a:cubicBezTo>
                <a:cubicBezTo>
                  <a:pt x="854980" y="1857204"/>
                  <a:pt x="831976" y="1880208"/>
                  <a:pt x="803599" y="1880208"/>
                </a:cubicBezTo>
                <a:cubicBezTo>
                  <a:pt x="775222" y="1880208"/>
                  <a:pt x="752218" y="1857204"/>
                  <a:pt x="752218" y="1828827"/>
                </a:cubicBezTo>
                <a:cubicBezTo>
                  <a:pt x="752218" y="1800450"/>
                  <a:pt x="775222" y="1777446"/>
                  <a:pt x="803599" y="1777446"/>
                </a:cubicBezTo>
                <a:close/>
                <a:moveTo>
                  <a:pt x="427489" y="1777446"/>
                </a:moveTo>
                <a:cubicBezTo>
                  <a:pt x="455866" y="1777446"/>
                  <a:pt x="478870" y="1800450"/>
                  <a:pt x="478870" y="1828827"/>
                </a:cubicBezTo>
                <a:cubicBezTo>
                  <a:pt x="478870" y="1857204"/>
                  <a:pt x="455866" y="1880208"/>
                  <a:pt x="427489" y="1880208"/>
                </a:cubicBezTo>
                <a:cubicBezTo>
                  <a:pt x="399112" y="1880208"/>
                  <a:pt x="376108" y="1857204"/>
                  <a:pt x="376108" y="1828827"/>
                </a:cubicBezTo>
                <a:cubicBezTo>
                  <a:pt x="376108" y="1800450"/>
                  <a:pt x="399112" y="1777446"/>
                  <a:pt x="427489" y="1777446"/>
                </a:cubicBezTo>
                <a:close/>
                <a:moveTo>
                  <a:pt x="51381" y="1777446"/>
                </a:moveTo>
                <a:cubicBezTo>
                  <a:pt x="79758" y="1777446"/>
                  <a:pt x="102762" y="1800450"/>
                  <a:pt x="102762" y="1828827"/>
                </a:cubicBezTo>
                <a:cubicBezTo>
                  <a:pt x="102762" y="1857204"/>
                  <a:pt x="79758" y="1880208"/>
                  <a:pt x="51381" y="1880208"/>
                </a:cubicBezTo>
                <a:cubicBezTo>
                  <a:pt x="23004" y="1880208"/>
                  <a:pt x="0" y="1857204"/>
                  <a:pt x="0" y="1828827"/>
                </a:cubicBezTo>
                <a:cubicBezTo>
                  <a:pt x="0" y="1800450"/>
                  <a:pt x="23004" y="1777446"/>
                  <a:pt x="51381" y="1777446"/>
                </a:cubicBezTo>
                <a:close/>
                <a:moveTo>
                  <a:pt x="2308032" y="1481205"/>
                </a:moveTo>
                <a:cubicBezTo>
                  <a:pt x="2336409" y="1481205"/>
                  <a:pt x="2359413" y="1504209"/>
                  <a:pt x="2359413" y="1532586"/>
                </a:cubicBezTo>
                <a:cubicBezTo>
                  <a:pt x="2359413" y="1560963"/>
                  <a:pt x="2336409" y="1583967"/>
                  <a:pt x="2308032" y="1583967"/>
                </a:cubicBezTo>
                <a:cubicBezTo>
                  <a:pt x="2279655" y="1583967"/>
                  <a:pt x="2256651" y="1560963"/>
                  <a:pt x="2256651" y="1532586"/>
                </a:cubicBezTo>
                <a:cubicBezTo>
                  <a:pt x="2256651" y="1504209"/>
                  <a:pt x="2279655" y="1481205"/>
                  <a:pt x="2308032" y="1481205"/>
                </a:cubicBezTo>
                <a:close/>
                <a:moveTo>
                  <a:pt x="1931922" y="1481205"/>
                </a:moveTo>
                <a:cubicBezTo>
                  <a:pt x="1960299" y="1481205"/>
                  <a:pt x="1983303" y="1504209"/>
                  <a:pt x="1983303" y="1532586"/>
                </a:cubicBezTo>
                <a:cubicBezTo>
                  <a:pt x="1983303" y="1560963"/>
                  <a:pt x="1960299" y="1583967"/>
                  <a:pt x="1931922" y="1583967"/>
                </a:cubicBezTo>
                <a:cubicBezTo>
                  <a:pt x="1903545" y="1583967"/>
                  <a:pt x="1880541" y="1560963"/>
                  <a:pt x="1880541" y="1532586"/>
                </a:cubicBezTo>
                <a:cubicBezTo>
                  <a:pt x="1880541" y="1504209"/>
                  <a:pt x="1903545" y="1481205"/>
                  <a:pt x="1931922" y="1481205"/>
                </a:cubicBezTo>
                <a:close/>
                <a:moveTo>
                  <a:pt x="1555814" y="1481205"/>
                </a:moveTo>
                <a:cubicBezTo>
                  <a:pt x="1584191" y="1481205"/>
                  <a:pt x="1607195" y="1504209"/>
                  <a:pt x="1607195" y="1532586"/>
                </a:cubicBezTo>
                <a:cubicBezTo>
                  <a:pt x="1607195" y="1560963"/>
                  <a:pt x="1584191" y="1583967"/>
                  <a:pt x="1555814" y="1583967"/>
                </a:cubicBezTo>
                <a:cubicBezTo>
                  <a:pt x="1527437" y="1583967"/>
                  <a:pt x="1504433" y="1560963"/>
                  <a:pt x="1504433" y="1532586"/>
                </a:cubicBezTo>
                <a:cubicBezTo>
                  <a:pt x="1504433" y="1504209"/>
                  <a:pt x="1527437" y="1481205"/>
                  <a:pt x="1555814" y="1481205"/>
                </a:cubicBezTo>
                <a:close/>
                <a:moveTo>
                  <a:pt x="1179708" y="1481205"/>
                </a:moveTo>
                <a:cubicBezTo>
                  <a:pt x="1208085" y="1481205"/>
                  <a:pt x="1231089" y="1504209"/>
                  <a:pt x="1231089" y="1532586"/>
                </a:cubicBezTo>
                <a:cubicBezTo>
                  <a:pt x="1231089" y="1560963"/>
                  <a:pt x="1208085" y="1583967"/>
                  <a:pt x="1179708" y="1583967"/>
                </a:cubicBezTo>
                <a:cubicBezTo>
                  <a:pt x="1151331" y="1583967"/>
                  <a:pt x="1128327" y="1560963"/>
                  <a:pt x="1128327" y="1532586"/>
                </a:cubicBezTo>
                <a:cubicBezTo>
                  <a:pt x="1128327" y="1504209"/>
                  <a:pt x="1151331" y="1481205"/>
                  <a:pt x="1179708" y="1481205"/>
                </a:cubicBezTo>
                <a:close/>
                <a:moveTo>
                  <a:pt x="803599" y="1481205"/>
                </a:moveTo>
                <a:cubicBezTo>
                  <a:pt x="831976" y="1481205"/>
                  <a:pt x="854980" y="1504209"/>
                  <a:pt x="854980" y="1532586"/>
                </a:cubicBezTo>
                <a:cubicBezTo>
                  <a:pt x="854980" y="1560963"/>
                  <a:pt x="831976" y="1583967"/>
                  <a:pt x="803599" y="1583967"/>
                </a:cubicBezTo>
                <a:cubicBezTo>
                  <a:pt x="775222" y="1583967"/>
                  <a:pt x="752218" y="1560963"/>
                  <a:pt x="752218" y="1532586"/>
                </a:cubicBezTo>
                <a:cubicBezTo>
                  <a:pt x="752218" y="1504209"/>
                  <a:pt x="775222" y="1481205"/>
                  <a:pt x="803599" y="1481205"/>
                </a:cubicBezTo>
                <a:close/>
                <a:moveTo>
                  <a:pt x="427489" y="1481205"/>
                </a:moveTo>
                <a:cubicBezTo>
                  <a:pt x="455866" y="1481205"/>
                  <a:pt x="478870" y="1504209"/>
                  <a:pt x="478870" y="1532586"/>
                </a:cubicBezTo>
                <a:cubicBezTo>
                  <a:pt x="478870" y="1560963"/>
                  <a:pt x="455866" y="1583967"/>
                  <a:pt x="427489" y="1583967"/>
                </a:cubicBezTo>
                <a:cubicBezTo>
                  <a:pt x="399112" y="1583967"/>
                  <a:pt x="376108" y="1560963"/>
                  <a:pt x="376108" y="1532586"/>
                </a:cubicBezTo>
                <a:cubicBezTo>
                  <a:pt x="376108" y="1504209"/>
                  <a:pt x="399112" y="1481205"/>
                  <a:pt x="427489" y="1481205"/>
                </a:cubicBezTo>
                <a:close/>
                <a:moveTo>
                  <a:pt x="51381" y="1481205"/>
                </a:moveTo>
                <a:cubicBezTo>
                  <a:pt x="79758" y="1481205"/>
                  <a:pt x="102762" y="1504209"/>
                  <a:pt x="102762" y="1532586"/>
                </a:cubicBezTo>
                <a:cubicBezTo>
                  <a:pt x="102762" y="1560963"/>
                  <a:pt x="79758" y="1583967"/>
                  <a:pt x="51381" y="1583967"/>
                </a:cubicBezTo>
                <a:cubicBezTo>
                  <a:pt x="23004" y="1583967"/>
                  <a:pt x="0" y="1560963"/>
                  <a:pt x="0" y="1532586"/>
                </a:cubicBezTo>
                <a:cubicBezTo>
                  <a:pt x="0" y="1504209"/>
                  <a:pt x="23004" y="1481205"/>
                  <a:pt x="51381" y="1481205"/>
                </a:cubicBezTo>
                <a:close/>
                <a:moveTo>
                  <a:pt x="2308032" y="1184964"/>
                </a:moveTo>
                <a:cubicBezTo>
                  <a:pt x="2336409" y="1184964"/>
                  <a:pt x="2359413" y="1207968"/>
                  <a:pt x="2359413" y="1236345"/>
                </a:cubicBezTo>
                <a:cubicBezTo>
                  <a:pt x="2359413" y="1264722"/>
                  <a:pt x="2336409" y="1287726"/>
                  <a:pt x="2308032" y="1287726"/>
                </a:cubicBezTo>
                <a:cubicBezTo>
                  <a:pt x="2279655" y="1287726"/>
                  <a:pt x="2256651" y="1264722"/>
                  <a:pt x="2256651" y="1236345"/>
                </a:cubicBezTo>
                <a:cubicBezTo>
                  <a:pt x="2256651" y="1207968"/>
                  <a:pt x="2279655" y="1184964"/>
                  <a:pt x="2308032" y="1184964"/>
                </a:cubicBezTo>
                <a:close/>
                <a:moveTo>
                  <a:pt x="1931922" y="1184964"/>
                </a:moveTo>
                <a:cubicBezTo>
                  <a:pt x="1960299" y="1184964"/>
                  <a:pt x="1983303" y="1207968"/>
                  <a:pt x="1983303" y="1236345"/>
                </a:cubicBezTo>
                <a:cubicBezTo>
                  <a:pt x="1983303" y="1264722"/>
                  <a:pt x="1960299" y="1287726"/>
                  <a:pt x="1931922" y="1287726"/>
                </a:cubicBezTo>
                <a:cubicBezTo>
                  <a:pt x="1903545" y="1287726"/>
                  <a:pt x="1880541" y="1264722"/>
                  <a:pt x="1880541" y="1236345"/>
                </a:cubicBezTo>
                <a:cubicBezTo>
                  <a:pt x="1880541" y="1207968"/>
                  <a:pt x="1903545" y="1184964"/>
                  <a:pt x="1931922" y="1184964"/>
                </a:cubicBezTo>
                <a:close/>
                <a:moveTo>
                  <a:pt x="1555814" y="1184964"/>
                </a:moveTo>
                <a:cubicBezTo>
                  <a:pt x="1584191" y="1184964"/>
                  <a:pt x="1607195" y="1207968"/>
                  <a:pt x="1607195" y="1236345"/>
                </a:cubicBezTo>
                <a:cubicBezTo>
                  <a:pt x="1607195" y="1264722"/>
                  <a:pt x="1584191" y="1287726"/>
                  <a:pt x="1555814" y="1287726"/>
                </a:cubicBezTo>
                <a:cubicBezTo>
                  <a:pt x="1527437" y="1287726"/>
                  <a:pt x="1504433" y="1264722"/>
                  <a:pt x="1504433" y="1236345"/>
                </a:cubicBezTo>
                <a:cubicBezTo>
                  <a:pt x="1504433" y="1207968"/>
                  <a:pt x="1527437" y="1184964"/>
                  <a:pt x="1555814" y="1184964"/>
                </a:cubicBezTo>
                <a:close/>
                <a:moveTo>
                  <a:pt x="1179708" y="1184964"/>
                </a:moveTo>
                <a:cubicBezTo>
                  <a:pt x="1208085" y="1184964"/>
                  <a:pt x="1231089" y="1207968"/>
                  <a:pt x="1231089" y="1236345"/>
                </a:cubicBezTo>
                <a:cubicBezTo>
                  <a:pt x="1231089" y="1264722"/>
                  <a:pt x="1208085" y="1287726"/>
                  <a:pt x="1179708" y="1287726"/>
                </a:cubicBezTo>
                <a:cubicBezTo>
                  <a:pt x="1151331" y="1287726"/>
                  <a:pt x="1128327" y="1264722"/>
                  <a:pt x="1128327" y="1236345"/>
                </a:cubicBezTo>
                <a:cubicBezTo>
                  <a:pt x="1128327" y="1207968"/>
                  <a:pt x="1151331" y="1184964"/>
                  <a:pt x="1179708" y="1184964"/>
                </a:cubicBezTo>
                <a:close/>
                <a:moveTo>
                  <a:pt x="803599" y="1184964"/>
                </a:moveTo>
                <a:cubicBezTo>
                  <a:pt x="831976" y="1184964"/>
                  <a:pt x="854980" y="1207968"/>
                  <a:pt x="854980" y="1236345"/>
                </a:cubicBezTo>
                <a:cubicBezTo>
                  <a:pt x="854980" y="1264722"/>
                  <a:pt x="831976" y="1287726"/>
                  <a:pt x="803599" y="1287726"/>
                </a:cubicBezTo>
                <a:cubicBezTo>
                  <a:pt x="775222" y="1287726"/>
                  <a:pt x="752218" y="1264722"/>
                  <a:pt x="752218" y="1236345"/>
                </a:cubicBezTo>
                <a:cubicBezTo>
                  <a:pt x="752218" y="1207968"/>
                  <a:pt x="775222" y="1184964"/>
                  <a:pt x="803599" y="1184964"/>
                </a:cubicBezTo>
                <a:close/>
                <a:moveTo>
                  <a:pt x="427489" y="1184964"/>
                </a:moveTo>
                <a:cubicBezTo>
                  <a:pt x="455866" y="1184964"/>
                  <a:pt x="478870" y="1207968"/>
                  <a:pt x="478870" y="1236345"/>
                </a:cubicBezTo>
                <a:cubicBezTo>
                  <a:pt x="478870" y="1264722"/>
                  <a:pt x="455866" y="1287726"/>
                  <a:pt x="427489" y="1287726"/>
                </a:cubicBezTo>
                <a:cubicBezTo>
                  <a:pt x="399112" y="1287726"/>
                  <a:pt x="376108" y="1264722"/>
                  <a:pt x="376108" y="1236345"/>
                </a:cubicBezTo>
                <a:cubicBezTo>
                  <a:pt x="376108" y="1207968"/>
                  <a:pt x="399112" y="1184964"/>
                  <a:pt x="427489" y="1184964"/>
                </a:cubicBezTo>
                <a:close/>
                <a:moveTo>
                  <a:pt x="51381" y="1184964"/>
                </a:moveTo>
                <a:cubicBezTo>
                  <a:pt x="79758" y="1184964"/>
                  <a:pt x="102762" y="1207968"/>
                  <a:pt x="102762" y="1236345"/>
                </a:cubicBezTo>
                <a:cubicBezTo>
                  <a:pt x="102762" y="1264722"/>
                  <a:pt x="79758" y="1287726"/>
                  <a:pt x="51381" y="1287726"/>
                </a:cubicBezTo>
                <a:cubicBezTo>
                  <a:pt x="23004" y="1287726"/>
                  <a:pt x="0" y="1264722"/>
                  <a:pt x="0" y="1236345"/>
                </a:cubicBezTo>
                <a:cubicBezTo>
                  <a:pt x="0" y="1207968"/>
                  <a:pt x="23004" y="1184964"/>
                  <a:pt x="51381" y="1184964"/>
                </a:cubicBezTo>
                <a:close/>
                <a:moveTo>
                  <a:pt x="2308032" y="888722"/>
                </a:moveTo>
                <a:cubicBezTo>
                  <a:pt x="2336409" y="888722"/>
                  <a:pt x="2359413" y="911726"/>
                  <a:pt x="2359413" y="940103"/>
                </a:cubicBezTo>
                <a:cubicBezTo>
                  <a:pt x="2359413" y="968480"/>
                  <a:pt x="2336409" y="991484"/>
                  <a:pt x="2308032" y="991484"/>
                </a:cubicBezTo>
                <a:cubicBezTo>
                  <a:pt x="2279655" y="991484"/>
                  <a:pt x="2256651" y="968480"/>
                  <a:pt x="2256651" y="940103"/>
                </a:cubicBezTo>
                <a:cubicBezTo>
                  <a:pt x="2256651" y="911726"/>
                  <a:pt x="2279655" y="888722"/>
                  <a:pt x="2308032" y="888722"/>
                </a:cubicBezTo>
                <a:close/>
                <a:moveTo>
                  <a:pt x="1931922" y="888722"/>
                </a:moveTo>
                <a:cubicBezTo>
                  <a:pt x="1960299" y="888722"/>
                  <a:pt x="1983303" y="911726"/>
                  <a:pt x="1983303" y="940103"/>
                </a:cubicBezTo>
                <a:cubicBezTo>
                  <a:pt x="1983303" y="968480"/>
                  <a:pt x="1960299" y="991484"/>
                  <a:pt x="1931922" y="991484"/>
                </a:cubicBezTo>
                <a:cubicBezTo>
                  <a:pt x="1903545" y="991484"/>
                  <a:pt x="1880541" y="968480"/>
                  <a:pt x="1880541" y="940103"/>
                </a:cubicBezTo>
                <a:cubicBezTo>
                  <a:pt x="1880541" y="911726"/>
                  <a:pt x="1903545" y="888722"/>
                  <a:pt x="1931922" y="888722"/>
                </a:cubicBezTo>
                <a:close/>
                <a:moveTo>
                  <a:pt x="1555814" y="888722"/>
                </a:moveTo>
                <a:cubicBezTo>
                  <a:pt x="1584191" y="888722"/>
                  <a:pt x="1607195" y="911726"/>
                  <a:pt x="1607195" y="940103"/>
                </a:cubicBezTo>
                <a:cubicBezTo>
                  <a:pt x="1607195" y="968480"/>
                  <a:pt x="1584191" y="991484"/>
                  <a:pt x="1555814" y="991484"/>
                </a:cubicBezTo>
                <a:cubicBezTo>
                  <a:pt x="1527437" y="991484"/>
                  <a:pt x="1504433" y="968480"/>
                  <a:pt x="1504433" y="940103"/>
                </a:cubicBezTo>
                <a:cubicBezTo>
                  <a:pt x="1504433" y="911726"/>
                  <a:pt x="1527437" y="888722"/>
                  <a:pt x="1555814" y="888722"/>
                </a:cubicBezTo>
                <a:close/>
                <a:moveTo>
                  <a:pt x="1179708" y="888722"/>
                </a:moveTo>
                <a:cubicBezTo>
                  <a:pt x="1208085" y="888722"/>
                  <a:pt x="1231089" y="911726"/>
                  <a:pt x="1231089" y="940103"/>
                </a:cubicBezTo>
                <a:cubicBezTo>
                  <a:pt x="1231089" y="968480"/>
                  <a:pt x="1208085" y="991484"/>
                  <a:pt x="1179708" y="991484"/>
                </a:cubicBezTo>
                <a:cubicBezTo>
                  <a:pt x="1151331" y="991484"/>
                  <a:pt x="1128327" y="968480"/>
                  <a:pt x="1128327" y="940103"/>
                </a:cubicBezTo>
                <a:cubicBezTo>
                  <a:pt x="1128327" y="911726"/>
                  <a:pt x="1151331" y="888722"/>
                  <a:pt x="1179708" y="888722"/>
                </a:cubicBezTo>
                <a:close/>
                <a:moveTo>
                  <a:pt x="803599" y="888722"/>
                </a:moveTo>
                <a:cubicBezTo>
                  <a:pt x="831976" y="888722"/>
                  <a:pt x="854980" y="911726"/>
                  <a:pt x="854980" y="940103"/>
                </a:cubicBezTo>
                <a:cubicBezTo>
                  <a:pt x="854980" y="968480"/>
                  <a:pt x="831976" y="991484"/>
                  <a:pt x="803599" y="991484"/>
                </a:cubicBezTo>
                <a:cubicBezTo>
                  <a:pt x="775222" y="991484"/>
                  <a:pt x="752218" y="968480"/>
                  <a:pt x="752218" y="940103"/>
                </a:cubicBezTo>
                <a:cubicBezTo>
                  <a:pt x="752218" y="911726"/>
                  <a:pt x="775222" y="888722"/>
                  <a:pt x="803599" y="888722"/>
                </a:cubicBezTo>
                <a:close/>
                <a:moveTo>
                  <a:pt x="427489" y="888722"/>
                </a:moveTo>
                <a:cubicBezTo>
                  <a:pt x="455866" y="888722"/>
                  <a:pt x="478870" y="911726"/>
                  <a:pt x="478870" y="940103"/>
                </a:cubicBezTo>
                <a:cubicBezTo>
                  <a:pt x="478870" y="968480"/>
                  <a:pt x="455866" y="991484"/>
                  <a:pt x="427489" y="991484"/>
                </a:cubicBezTo>
                <a:cubicBezTo>
                  <a:pt x="399112" y="991484"/>
                  <a:pt x="376108" y="968480"/>
                  <a:pt x="376108" y="940103"/>
                </a:cubicBezTo>
                <a:cubicBezTo>
                  <a:pt x="376108" y="911726"/>
                  <a:pt x="399112" y="888722"/>
                  <a:pt x="427489" y="888722"/>
                </a:cubicBezTo>
                <a:close/>
                <a:moveTo>
                  <a:pt x="51381" y="888722"/>
                </a:moveTo>
                <a:cubicBezTo>
                  <a:pt x="79758" y="888722"/>
                  <a:pt x="102762" y="911726"/>
                  <a:pt x="102762" y="940103"/>
                </a:cubicBezTo>
                <a:cubicBezTo>
                  <a:pt x="102762" y="968480"/>
                  <a:pt x="79758" y="991484"/>
                  <a:pt x="51381" y="991484"/>
                </a:cubicBezTo>
                <a:cubicBezTo>
                  <a:pt x="23004" y="991484"/>
                  <a:pt x="0" y="968480"/>
                  <a:pt x="0" y="940103"/>
                </a:cubicBezTo>
                <a:cubicBezTo>
                  <a:pt x="0" y="911726"/>
                  <a:pt x="23004" y="888722"/>
                  <a:pt x="51381" y="888722"/>
                </a:cubicBezTo>
                <a:close/>
                <a:moveTo>
                  <a:pt x="2308032" y="592481"/>
                </a:moveTo>
                <a:cubicBezTo>
                  <a:pt x="2336409" y="592481"/>
                  <a:pt x="2359413" y="615485"/>
                  <a:pt x="2359413" y="643862"/>
                </a:cubicBezTo>
                <a:cubicBezTo>
                  <a:pt x="2359413" y="672239"/>
                  <a:pt x="2336409" y="695243"/>
                  <a:pt x="2308032" y="695243"/>
                </a:cubicBezTo>
                <a:cubicBezTo>
                  <a:pt x="2279655" y="695243"/>
                  <a:pt x="2256651" y="672239"/>
                  <a:pt x="2256651" y="643862"/>
                </a:cubicBezTo>
                <a:cubicBezTo>
                  <a:pt x="2256651" y="615485"/>
                  <a:pt x="2279655" y="592481"/>
                  <a:pt x="2308032" y="592481"/>
                </a:cubicBezTo>
                <a:close/>
                <a:moveTo>
                  <a:pt x="1931922" y="592481"/>
                </a:moveTo>
                <a:cubicBezTo>
                  <a:pt x="1960299" y="592481"/>
                  <a:pt x="1983303" y="615485"/>
                  <a:pt x="1983303" y="643862"/>
                </a:cubicBezTo>
                <a:cubicBezTo>
                  <a:pt x="1983303" y="672239"/>
                  <a:pt x="1960299" y="695243"/>
                  <a:pt x="1931922" y="695243"/>
                </a:cubicBezTo>
                <a:cubicBezTo>
                  <a:pt x="1903545" y="695243"/>
                  <a:pt x="1880541" y="672239"/>
                  <a:pt x="1880541" y="643862"/>
                </a:cubicBezTo>
                <a:cubicBezTo>
                  <a:pt x="1880541" y="615485"/>
                  <a:pt x="1903545" y="592481"/>
                  <a:pt x="1931922" y="592481"/>
                </a:cubicBezTo>
                <a:close/>
                <a:moveTo>
                  <a:pt x="1555814" y="592481"/>
                </a:moveTo>
                <a:cubicBezTo>
                  <a:pt x="1584191" y="592481"/>
                  <a:pt x="1607195" y="615485"/>
                  <a:pt x="1607195" y="643862"/>
                </a:cubicBezTo>
                <a:cubicBezTo>
                  <a:pt x="1607195" y="672239"/>
                  <a:pt x="1584191" y="695243"/>
                  <a:pt x="1555814" y="695243"/>
                </a:cubicBezTo>
                <a:cubicBezTo>
                  <a:pt x="1527437" y="695243"/>
                  <a:pt x="1504433" y="672239"/>
                  <a:pt x="1504433" y="643862"/>
                </a:cubicBezTo>
                <a:cubicBezTo>
                  <a:pt x="1504433" y="615485"/>
                  <a:pt x="1527437" y="592481"/>
                  <a:pt x="1555814" y="592481"/>
                </a:cubicBezTo>
                <a:close/>
                <a:moveTo>
                  <a:pt x="1179708" y="592481"/>
                </a:moveTo>
                <a:cubicBezTo>
                  <a:pt x="1208085" y="592481"/>
                  <a:pt x="1231089" y="615485"/>
                  <a:pt x="1231089" y="643862"/>
                </a:cubicBezTo>
                <a:cubicBezTo>
                  <a:pt x="1231089" y="672239"/>
                  <a:pt x="1208085" y="695243"/>
                  <a:pt x="1179708" y="695243"/>
                </a:cubicBezTo>
                <a:cubicBezTo>
                  <a:pt x="1151331" y="695243"/>
                  <a:pt x="1128327" y="672239"/>
                  <a:pt x="1128327" y="643862"/>
                </a:cubicBezTo>
                <a:cubicBezTo>
                  <a:pt x="1128327" y="615485"/>
                  <a:pt x="1151331" y="592481"/>
                  <a:pt x="1179708" y="592481"/>
                </a:cubicBezTo>
                <a:close/>
                <a:moveTo>
                  <a:pt x="803599" y="592481"/>
                </a:moveTo>
                <a:cubicBezTo>
                  <a:pt x="831976" y="592481"/>
                  <a:pt x="854980" y="615485"/>
                  <a:pt x="854980" y="643862"/>
                </a:cubicBezTo>
                <a:cubicBezTo>
                  <a:pt x="854980" y="672239"/>
                  <a:pt x="831976" y="695243"/>
                  <a:pt x="803599" y="695243"/>
                </a:cubicBezTo>
                <a:cubicBezTo>
                  <a:pt x="775222" y="695243"/>
                  <a:pt x="752218" y="672239"/>
                  <a:pt x="752218" y="643862"/>
                </a:cubicBezTo>
                <a:cubicBezTo>
                  <a:pt x="752218" y="615485"/>
                  <a:pt x="775222" y="592481"/>
                  <a:pt x="803599" y="592481"/>
                </a:cubicBezTo>
                <a:close/>
                <a:moveTo>
                  <a:pt x="427489" y="592481"/>
                </a:moveTo>
                <a:cubicBezTo>
                  <a:pt x="455866" y="592481"/>
                  <a:pt x="478870" y="615485"/>
                  <a:pt x="478870" y="643862"/>
                </a:cubicBezTo>
                <a:cubicBezTo>
                  <a:pt x="478870" y="672239"/>
                  <a:pt x="455866" y="695243"/>
                  <a:pt x="427489" y="695243"/>
                </a:cubicBezTo>
                <a:cubicBezTo>
                  <a:pt x="399112" y="695243"/>
                  <a:pt x="376108" y="672239"/>
                  <a:pt x="376108" y="643862"/>
                </a:cubicBezTo>
                <a:cubicBezTo>
                  <a:pt x="376108" y="615485"/>
                  <a:pt x="399112" y="592481"/>
                  <a:pt x="427489" y="592481"/>
                </a:cubicBezTo>
                <a:close/>
                <a:moveTo>
                  <a:pt x="51381" y="592481"/>
                </a:moveTo>
                <a:cubicBezTo>
                  <a:pt x="79758" y="592481"/>
                  <a:pt x="102762" y="615485"/>
                  <a:pt x="102762" y="643862"/>
                </a:cubicBezTo>
                <a:cubicBezTo>
                  <a:pt x="102762" y="672239"/>
                  <a:pt x="79758" y="695243"/>
                  <a:pt x="51381" y="695243"/>
                </a:cubicBezTo>
                <a:cubicBezTo>
                  <a:pt x="23004" y="695243"/>
                  <a:pt x="0" y="672239"/>
                  <a:pt x="0" y="643862"/>
                </a:cubicBezTo>
                <a:cubicBezTo>
                  <a:pt x="0" y="615485"/>
                  <a:pt x="23004" y="592481"/>
                  <a:pt x="51381" y="592481"/>
                </a:cubicBezTo>
                <a:close/>
                <a:moveTo>
                  <a:pt x="2308032" y="296241"/>
                </a:moveTo>
                <a:cubicBezTo>
                  <a:pt x="2336409" y="296241"/>
                  <a:pt x="2359413" y="319245"/>
                  <a:pt x="2359413" y="347622"/>
                </a:cubicBezTo>
                <a:cubicBezTo>
                  <a:pt x="2359413" y="375999"/>
                  <a:pt x="2336409" y="399003"/>
                  <a:pt x="2308032" y="399003"/>
                </a:cubicBezTo>
                <a:cubicBezTo>
                  <a:pt x="2279655" y="399003"/>
                  <a:pt x="2256651" y="375999"/>
                  <a:pt x="2256651" y="347622"/>
                </a:cubicBezTo>
                <a:cubicBezTo>
                  <a:pt x="2256651" y="319245"/>
                  <a:pt x="2279655" y="296241"/>
                  <a:pt x="2308032" y="296241"/>
                </a:cubicBezTo>
                <a:close/>
                <a:moveTo>
                  <a:pt x="1931922" y="296241"/>
                </a:moveTo>
                <a:cubicBezTo>
                  <a:pt x="1960299" y="296241"/>
                  <a:pt x="1983303" y="319245"/>
                  <a:pt x="1983303" y="347622"/>
                </a:cubicBezTo>
                <a:cubicBezTo>
                  <a:pt x="1983303" y="375999"/>
                  <a:pt x="1960299" y="399003"/>
                  <a:pt x="1931922" y="399003"/>
                </a:cubicBezTo>
                <a:cubicBezTo>
                  <a:pt x="1903545" y="399003"/>
                  <a:pt x="1880541" y="375999"/>
                  <a:pt x="1880541" y="347622"/>
                </a:cubicBezTo>
                <a:cubicBezTo>
                  <a:pt x="1880541" y="319245"/>
                  <a:pt x="1903545" y="296241"/>
                  <a:pt x="1931922" y="296241"/>
                </a:cubicBezTo>
                <a:close/>
                <a:moveTo>
                  <a:pt x="1555814" y="296241"/>
                </a:moveTo>
                <a:cubicBezTo>
                  <a:pt x="1584191" y="296241"/>
                  <a:pt x="1607195" y="319245"/>
                  <a:pt x="1607195" y="347622"/>
                </a:cubicBezTo>
                <a:cubicBezTo>
                  <a:pt x="1607195" y="375999"/>
                  <a:pt x="1584191" y="399003"/>
                  <a:pt x="1555814" y="399003"/>
                </a:cubicBezTo>
                <a:cubicBezTo>
                  <a:pt x="1527437" y="399003"/>
                  <a:pt x="1504433" y="375999"/>
                  <a:pt x="1504433" y="347622"/>
                </a:cubicBezTo>
                <a:cubicBezTo>
                  <a:pt x="1504433" y="319245"/>
                  <a:pt x="1527437" y="296241"/>
                  <a:pt x="1555814" y="296241"/>
                </a:cubicBezTo>
                <a:close/>
                <a:moveTo>
                  <a:pt x="1179708" y="296241"/>
                </a:moveTo>
                <a:cubicBezTo>
                  <a:pt x="1208085" y="296241"/>
                  <a:pt x="1231089" y="319245"/>
                  <a:pt x="1231089" y="347622"/>
                </a:cubicBezTo>
                <a:cubicBezTo>
                  <a:pt x="1231089" y="375999"/>
                  <a:pt x="1208085" y="399003"/>
                  <a:pt x="1179708" y="399003"/>
                </a:cubicBezTo>
                <a:cubicBezTo>
                  <a:pt x="1151331" y="399003"/>
                  <a:pt x="1128327" y="375999"/>
                  <a:pt x="1128327" y="347622"/>
                </a:cubicBezTo>
                <a:cubicBezTo>
                  <a:pt x="1128327" y="319245"/>
                  <a:pt x="1151331" y="296241"/>
                  <a:pt x="1179708" y="296241"/>
                </a:cubicBezTo>
                <a:close/>
                <a:moveTo>
                  <a:pt x="803599" y="296241"/>
                </a:moveTo>
                <a:cubicBezTo>
                  <a:pt x="831976" y="296241"/>
                  <a:pt x="854980" y="319245"/>
                  <a:pt x="854980" y="347622"/>
                </a:cubicBezTo>
                <a:cubicBezTo>
                  <a:pt x="854980" y="375999"/>
                  <a:pt x="831976" y="399003"/>
                  <a:pt x="803599" y="399003"/>
                </a:cubicBezTo>
                <a:cubicBezTo>
                  <a:pt x="775222" y="399003"/>
                  <a:pt x="752218" y="375999"/>
                  <a:pt x="752218" y="347622"/>
                </a:cubicBezTo>
                <a:cubicBezTo>
                  <a:pt x="752218" y="319245"/>
                  <a:pt x="775222" y="296241"/>
                  <a:pt x="803599" y="296241"/>
                </a:cubicBezTo>
                <a:close/>
                <a:moveTo>
                  <a:pt x="427489" y="296241"/>
                </a:moveTo>
                <a:cubicBezTo>
                  <a:pt x="455866" y="296241"/>
                  <a:pt x="478870" y="319245"/>
                  <a:pt x="478870" y="347622"/>
                </a:cubicBezTo>
                <a:cubicBezTo>
                  <a:pt x="478870" y="375999"/>
                  <a:pt x="455866" y="399003"/>
                  <a:pt x="427489" y="399003"/>
                </a:cubicBezTo>
                <a:cubicBezTo>
                  <a:pt x="399112" y="399003"/>
                  <a:pt x="376108" y="375999"/>
                  <a:pt x="376108" y="347622"/>
                </a:cubicBezTo>
                <a:cubicBezTo>
                  <a:pt x="376108" y="319245"/>
                  <a:pt x="399112" y="296241"/>
                  <a:pt x="427489" y="296241"/>
                </a:cubicBezTo>
                <a:close/>
                <a:moveTo>
                  <a:pt x="51381" y="296241"/>
                </a:moveTo>
                <a:cubicBezTo>
                  <a:pt x="79758" y="296241"/>
                  <a:pt x="102762" y="319245"/>
                  <a:pt x="102762" y="347622"/>
                </a:cubicBezTo>
                <a:cubicBezTo>
                  <a:pt x="102762" y="375999"/>
                  <a:pt x="79758" y="399003"/>
                  <a:pt x="51381" y="399003"/>
                </a:cubicBezTo>
                <a:cubicBezTo>
                  <a:pt x="23004" y="399003"/>
                  <a:pt x="0" y="375999"/>
                  <a:pt x="0" y="347622"/>
                </a:cubicBezTo>
                <a:cubicBezTo>
                  <a:pt x="0" y="319245"/>
                  <a:pt x="23004" y="296241"/>
                  <a:pt x="51381" y="296241"/>
                </a:cubicBezTo>
                <a:close/>
                <a:moveTo>
                  <a:pt x="2308032" y="0"/>
                </a:moveTo>
                <a:cubicBezTo>
                  <a:pt x="2336409" y="0"/>
                  <a:pt x="2359413" y="23004"/>
                  <a:pt x="2359413" y="51381"/>
                </a:cubicBezTo>
                <a:cubicBezTo>
                  <a:pt x="2359413" y="79758"/>
                  <a:pt x="2336409" y="102762"/>
                  <a:pt x="2308032" y="102762"/>
                </a:cubicBezTo>
                <a:cubicBezTo>
                  <a:pt x="2279655" y="102762"/>
                  <a:pt x="2256651" y="79758"/>
                  <a:pt x="2256651" y="51381"/>
                </a:cubicBezTo>
                <a:cubicBezTo>
                  <a:pt x="2256651" y="23004"/>
                  <a:pt x="2279655" y="0"/>
                  <a:pt x="2308032" y="0"/>
                </a:cubicBezTo>
                <a:close/>
                <a:moveTo>
                  <a:pt x="1931922" y="0"/>
                </a:moveTo>
                <a:cubicBezTo>
                  <a:pt x="1960299" y="0"/>
                  <a:pt x="1983303" y="23004"/>
                  <a:pt x="1983303" y="51381"/>
                </a:cubicBezTo>
                <a:cubicBezTo>
                  <a:pt x="1983303" y="79758"/>
                  <a:pt x="1960299" y="102762"/>
                  <a:pt x="1931922" y="102762"/>
                </a:cubicBezTo>
                <a:cubicBezTo>
                  <a:pt x="1903545" y="102762"/>
                  <a:pt x="1880541" y="79758"/>
                  <a:pt x="1880541" y="51381"/>
                </a:cubicBezTo>
                <a:cubicBezTo>
                  <a:pt x="1880541" y="23004"/>
                  <a:pt x="1903545" y="0"/>
                  <a:pt x="1931922" y="0"/>
                </a:cubicBezTo>
                <a:close/>
                <a:moveTo>
                  <a:pt x="1555814" y="0"/>
                </a:moveTo>
                <a:cubicBezTo>
                  <a:pt x="1584191" y="0"/>
                  <a:pt x="1607195" y="23004"/>
                  <a:pt x="1607195" y="51381"/>
                </a:cubicBezTo>
                <a:cubicBezTo>
                  <a:pt x="1607195" y="79758"/>
                  <a:pt x="1584191" y="102762"/>
                  <a:pt x="1555814" y="102762"/>
                </a:cubicBezTo>
                <a:cubicBezTo>
                  <a:pt x="1527437" y="102762"/>
                  <a:pt x="1504433" y="79758"/>
                  <a:pt x="1504433" y="51381"/>
                </a:cubicBezTo>
                <a:cubicBezTo>
                  <a:pt x="1504433" y="23004"/>
                  <a:pt x="1527437" y="0"/>
                  <a:pt x="1555814" y="0"/>
                </a:cubicBezTo>
                <a:close/>
                <a:moveTo>
                  <a:pt x="1179708" y="0"/>
                </a:moveTo>
                <a:cubicBezTo>
                  <a:pt x="1208085" y="0"/>
                  <a:pt x="1231089" y="23004"/>
                  <a:pt x="1231089" y="51381"/>
                </a:cubicBezTo>
                <a:cubicBezTo>
                  <a:pt x="1231089" y="79758"/>
                  <a:pt x="1208085" y="102762"/>
                  <a:pt x="1179708" y="102762"/>
                </a:cubicBezTo>
                <a:cubicBezTo>
                  <a:pt x="1151331" y="102762"/>
                  <a:pt x="1128327" y="79758"/>
                  <a:pt x="1128327" y="51381"/>
                </a:cubicBezTo>
                <a:cubicBezTo>
                  <a:pt x="1128327" y="23004"/>
                  <a:pt x="1151331" y="0"/>
                  <a:pt x="1179708" y="0"/>
                </a:cubicBezTo>
                <a:close/>
                <a:moveTo>
                  <a:pt x="803599" y="0"/>
                </a:moveTo>
                <a:cubicBezTo>
                  <a:pt x="831976" y="0"/>
                  <a:pt x="854980" y="23004"/>
                  <a:pt x="854980" y="51381"/>
                </a:cubicBezTo>
                <a:cubicBezTo>
                  <a:pt x="854980" y="79758"/>
                  <a:pt x="831976" y="102762"/>
                  <a:pt x="803599" y="102762"/>
                </a:cubicBezTo>
                <a:cubicBezTo>
                  <a:pt x="775222" y="102762"/>
                  <a:pt x="752218" y="79758"/>
                  <a:pt x="752218" y="51381"/>
                </a:cubicBezTo>
                <a:cubicBezTo>
                  <a:pt x="752218" y="23004"/>
                  <a:pt x="775222" y="0"/>
                  <a:pt x="803599" y="0"/>
                </a:cubicBezTo>
                <a:close/>
                <a:moveTo>
                  <a:pt x="427489" y="0"/>
                </a:moveTo>
                <a:cubicBezTo>
                  <a:pt x="455866" y="0"/>
                  <a:pt x="478870" y="23004"/>
                  <a:pt x="478870" y="51381"/>
                </a:cubicBezTo>
                <a:cubicBezTo>
                  <a:pt x="478870" y="79758"/>
                  <a:pt x="455866" y="102762"/>
                  <a:pt x="427489" y="102762"/>
                </a:cubicBezTo>
                <a:cubicBezTo>
                  <a:pt x="399112" y="102762"/>
                  <a:pt x="376108" y="79758"/>
                  <a:pt x="376108" y="51381"/>
                </a:cubicBezTo>
                <a:cubicBezTo>
                  <a:pt x="376108" y="23004"/>
                  <a:pt x="399112" y="0"/>
                  <a:pt x="427489" y="0"/>
                </a:cubicBezTo>
                <a:close/>
                <a:moveTo>
                  <a:pt x="51381" y="0"/>
                </a:moveTo>
                <a:cubicBezTo>
                  <a:pt x="79758" y="0"/>
                  <a:pt x="102762" y="23004"/>
                  <a:pt x="102762" y="51381"/>
                </a:cubicBezTo>
                <a:cubicBezTo>
                  <a:pt x="102762" y="79758"/>
                  <a:pt x="79758" y="102762"/>
                  <a:pt x="51381" y="102762"/>
                </a:cubicBezTo>
                <a:cubicBezTo>
                  <a:pt x="23004" y="102762"/>
                  <a:pt x="0" y="79758"/>
                  <a:pt x="0" y="51381"/>
                </a:cubicBezTo>
                <a:cubicBezTo>
                  <a:pt x="0" y="23004"/>
                  <a:pt x="23004" y="0"/>
                  <a:pt x="51381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12700" cap="flat">
            <a:noFill/>
            <a:miter/>
          </a:ln>
          <a:effectLst/>
        </p:spPr>
        <p:txBody>
          <a:bodyPr vert="horz" wrap="square" lIns="121920" tIns="60960" rIns="121920" bIns="60960" rtlCol="0" anchor="ctr"/>
          <a:lstStyle/>
          <a:p>
            <a:pPr algn="ctr">
              <a:lnSpc>
                <a:spcPct val="110000"/>
              </a:lnSpc>
            </a:pPr>
            <a:endParaRPr kumimoji="1" lang="zh-CN" altLang="en-US" sz="2489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1" y="6689075"/>
            <a:ext cx="12212129" cy="124301"/>
          </a:xfrm>
          <a:prstGeom prst="rect">
            <a:avLst/>
          </a:prstGeom>
          <a:gradFill>
            <a:gsLst>
              <a:gs pos="25000">
                <a:schemeClr val="accent1"/>
              </a:gs>
              <a:gs pos="90000">
                <a:schemeClr val="accent1">
                  <a:lumMod val="50000"/>
                </a:schemeClr>
              </a:gs>
            </a:gsLst>
            <a:lin ang="2700000" scaled="0"/>
          </a:gradFill>
          <a:ln w="12700" cap="flat">
            <a:noFill/>
            <a:miter/>
          </a:ln>
          <a:effectLst/>
        </p:spPr>
        <p:txBody>
          <a:bodyPr vert="horz" wrap="square" lIns="121920" tIns="60960" rIns="121920" bIns="60960" rtlCol="0" anchor="ctr"/>
          <a:lstStyle/>
          <a:p>
            <a:pPr algn="ctr">
              <a:lnSpc>
                <a:spcPct val="110000"/>
              </a:lnSpc>
            </a:pPr>
            <a:endParaRPr kumimoji="1" lang="zh-CN" altLang="en-US" sz="2489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标题 1"/>
          <p:cNvSpPr txBox="1"/>
          <p:nvPr/>
        </p:nvSpPr>
        <p:spPr>
          <a:xfrm>
            <a:off x="100565" y="1700809"/>
            <a:ext cx="2852244" cy="996921"/>
          </a:xfrm>
          <a:custGeom>
            <a:avLst/>
            <a:gdLst>
              <a:gd name="connsiteX0" fmla="*/ 2867067 w 2892338"/>
              <a:gd name="connsiteY0" fmla="*/ 1038161 h 1088703"/>
              <a:gd name="connsiteX1" fmla="*/ 2892338 w 2892338"/>
              <a:gd name="connsiteY1" fmla="*/ 1063432 h 1088703"/>
              <a:gd name="connsiteX2" fmla="*/ 2867067 w 2892338"/>
              <a:gd name="connsiteY2" fmla="*/ 1088703 h 1088703"/>
              <a:gd name="connsiteX3" fmla="*/ 2841796 w 2892338"/>
              <a:gd name="connsiteY3" fmla="*/ 1063432 h 1088703"/>
              <a:gd name="connsiteX4" fmla="*/ 2867067 w 2892338"/>
              <a:gd name="connsiteY4" fmla="*/ 1038161 h 1088703"/>
              <a:gd name="connsiteX5" fmla="*/ 2682086 w 2892338"/>
              <a:gd name="connsiteY5" fmla="*/ 1038161 h 1088703"/>
              <a:gd name="connsiteX6" fmla="*/ 2707357 w 2892338"/>
              <a:gd name="connsiteY6" fmla="*/ 1063432 h 1088703"/>
              <a:gd name="connsiteX7" fmla="*/ 2682086 w 2892338"/>
              <a:gd name="connsiteY7" fmla="*/ 1088703 h 1088703"/>
              <a:gd name="connsiteX8" fmla="*/ 2656815 w 2892338"/>
              <a:gd name="connsiteY8" fmla="*/ 1063432 h 1088703"/>
              <a:gd name="connsiteX9" fmla="*/ 2682086 w 2892338"/>
              <a:gd name="connsiteY9" fmla="*/ 1038161 h 1088703"/>
              <a:gd name="connsiteX10" fmla="*/ 2497106 w 2892338"/>
              <a:gd name="connsiteY10" fmla="*/ 1038161 h 1088703"/>
              <a:gd name="connsiteX11" fmla="*/ 2522377 w 2892338"/>
              <a:gd name="connsiteY11" fmla="*/ 1063432 h 1088703"/>
              <a:gd name="connsiteX12" fmla="*/ 2497106 w 2892338"/>
              <a:gd name="connsiteY12" fmla="*/ 1088703 h 1088703"/>
              <a:gd name="connsiteX13" fmla="*/ 2471835 w 2892338"/>
              <a:gd name="connsiteY13" fmla="*/ 1063432 h 1088703"/>
              <a:gd name="connsiteX14" fmla="*/ 2497106 w 2892338"/>
              <a:gd name="connsiteY14" fmla="*/ 1038161 h 1088703"/>
              <a:gd name="connsiteX15" fmla="*/ 2312127 w 2892338"/>
              <a:gd name="connsiteY15" fmla="*/ 1038161 h 1088703"/>
              <a:gd name="connsiteX16" fmla="*/ 2337398 w 2892338"/>
              <a:gd name="connsiteY16" fmla="*/ 1063432 h 1088703"/>
              <a:gd name="connsiteX17" fmla="*/ 2312127 w 2892338"/>
              <a:gd name="connsiteY17" fmla="*/ 1088703 h 1088703"/>
              <a:gd name="connsiteX18" fmla="*/ 2286856 w 2892338"/>
              <a:gd name="connsiteY18" fmla="*/ 1063432 h 1088703"/>
              <a:gd name="connsiteX19" fmla="*/ 2312127 w 2892338"/>
              <a:gd name="connsiteY19" fmla="*/ 1038161 h 1088703"/>
              <a:gd name="connsiteX20" fmla="*/ 2127147 w 2892338"/>
              <a:gd name="connsiteY20" fmla="*/ 1038161 h 1088703"/>
              <a:gd name="connsiteX21" fmla="*/ 2152418 w 2892338"/>
              <a:gd name="connsiteY21" fmla="*/ 1063432 h 1088703"/>
              <a:gd name="connsiteX22" fmla="*/ 2127147 w 2892338"/>
              <a:gd name="connsiteY22" fmla="*/ 1088703 h 1088703"/>
              <a:gd name="connsiteX23" fmla="*/ 2101876 w 2892338"/>
              <a:gd name="connsiteY23" fmla="*/ 1063432 h 1088703"/>
              <a:gd name="connsiteX24" fmla="*/ 2127147 w 2892338"/>
              <a:gd name="connsiteY24" fmla="*/ 1038161 h 1088703"/>
              <a:gd name="connsiteX25" fmla="*/ 1942166 w 2892338"/>
              <a:gd name="connsiteY25" fmla="*/ 1038161 h 1088703"/>
              <a:gd name="connsiteX26" fmla="*/ 1967437 w 2892338"/>
              <a:gd name="connsiteY26" fmla="*/ 1063432 h 1088703"/>
              <a:gd name="connsiteX27" fmla="*/ 1942166 w 2892338"/>
              <a:gd name="connsiteY27" fmla="*/ 1088703 h 1088703"/>
              <a:gd name="connsiteX28" fmla="*/ 1916895 w 2892338"/>
              <a:gd name="connsiteY28" fmla="*/ 1063432 h 1088703"/>
              <a:gd name="connsiteX29" fmla="*/ 1942166 w 2892338"/>
              <a:gd name="connsiteY29" fmla="*/ 1038161 h 1088703"/>
              <a:gd name="connsiteX30" fmla="*/ 1757186 w 2892338"/>
              <a:gd name="connsiteY30" fmla="*/ 1038161 h 1088703"/>
              <a:gd name="connsiteX31" fmla="*/ 1782457 w 2892338"/>
              <a:gd name="connsiteY31" fmla="*/ 1063432 h 1088703"/>
              <a:gd name="connsiteX32" fmla="*/ 1757186 w 2892338"/>
              <a:gd name="connsiteY32" fmla="*/ 1088703 h 1088703"/>
              <a:gd name="connsiteX33" fmla="*/ 1731915 w 2892338"/>
              <a:gd name="connsiteY33" fmla="*/ 1063432 h 1088703"/>
              <a:gd name="connsiteX34" fmla="*/ 1757186 w 2892338"/>
              <a:gd name="connsiteY34" fmla="*/ 1038161 h 1088703"/>
              <a:gd name="connsiteX35" fmla="*/ 1135152 w 2892338"/>
              <a:gd name="connsiteY35" fmla="*/ 1019893 h 1088703"/>
              <a:gd name="connsiteX36" fmla="*/ 1160423 w 2892338"/>
              <a:gd name="connsiteY36" fmla="*/ 1045164 h 1088703"/>
              <a:gd name="connsiteX37" fmla="*/ 1135152 w 2892338"/>
              <a:gd name="connsiteY37" fmla="*/ 1070435 h 1088703"/>
              <a:gd name="connsiteX38" fmla="*/ 1109881 w 2892338"/>
              <a:gd name="connsiteY38" fmla="*/ 1045164 h 1088703"/>
              <a:gd name="connsiteX39" fmla="*/ 1135152 w 2892338"/>
              <a:gd name="connsiteY39" fmla="*/ 1019893 h 1088703"/>
              <a:gd name="connsiteX40" fmla="*/ 950171 w 2892338"/>
              <a:gd name="connsiteY40" fmla="*/ 1019893 h 1088703"/>
              <a:gd name="connsiteX41" fmla="*/ 975442 w 2892338"/>
              <a:gd name="connsiteY41" fmla="*/ 1045164 h 1088703"/>
              <a:gd name="connsiteX42" fmla="*/ 950171 w 2892338"/>
              <a:gd name="connsiteY42" fmla="*/ 1070435 h 1088703"/>
              <a:gd name="connsiteX43" fmla="*/ 924900 w 2892338"/>
              <a:gd name="connsiteY43" fmla="*/ 1045164 h 1088703"/>
              <a:gd name="connsiteX44" fmla="*/ 950171 w 2892338"/>
              <a:gd name="connsiteY44" fmla="*/ 1019893 h 1088703"/>
              <a:gd name="connsiteX45" fmla="*/ 765191 w 2892338"/>
              <a:gd name="connsiteY45" fmla="*/ 1019893 h 1088703"/>
              <a:gd name="connsiteX46" fmla="*/ 790462 w 2892338"/>
              <a:gd name="connsiteY46" fmla="*/ 1045164 h 1088703"/>
              <a:gd name="connsiteX47" fmla="*/ 765191 w 2892338"/>
              <a:gd name="connsiteY47" fmla="*/ 1070435 h 1088703"/>
              <a:gd name="connsiteX48" fmla="*/ 739920 w 2892338"/>
              <a:gd name="connsiteY48" fmla="*/ 1045164 h 1088703"/>
              <a:gd name="connsiteX49" fmla="*/ 765191 w 2892338"/>
              <a:gd name="connsiteY49" fmla="*/ 1019893 h 1088703"/>
              <a:gd name="connsiteX50" fmla="*/ 580212 w 2892338"/>
              <a:gd name="connsiteY50" fmla="*/ 1019893 h 1088703"/>
              <a:gd name="connsiteX51" fmla="*/ 605483 w 2892338"/>
              <a:gd name="connsiteY51" fmla="*/ 1045164 h 1088703"/>
              <a:gd name="connsiteX52" fmla="*/ 580212 w 2892338"/>
              <a:gd name="connsiteY52" fmla="*/ 1070435 h 1088703"/>
              <a:gd name="connsiteX53" fmla="*/ 554941 w 2892338"/>
              <a:gd name="connsiteY53" fmla="*/ 1045164 h 1088703"/>
              <a:gd name="connsiteX54" fmla="*/ 580212 w 2892338"/>
              <a:gd name="connsiteY54" fmla="*/ 1019893 h 1088703"/>
              <a:gd name="connsiteX55" fmla="*/ 395232 w 2892338"/>
              <a:gd name="connsiteY55" fmla="*/ 1019893 h 1088703"/>
              <a:gd name="connsiteX56" fmla="*/ 420503 w 2892338"/>
              <a:gd name="connsiteY56" fmla="*/ 1045164 h 1088703"/>
              <a:gd name="connsiteX57" fmla="*/ 395232 w 2892338"/>
              <a:gd name="connsiteY57" fmla="*/ 1070435 h 1088703"/>
              <a:gd name="connsiteX58" fmla="*/ 369961 w 2892338"/>
              <a:gd name="connsiteY58" fmla="*/ 1045164 h 1088703"/>
              <a:gd name="connsiteX59" fmla="*/ 395232 w 2892338"/>
              <a:gd name="connsiteY59" fmla="*/ 1019893 h 1088703"/>
              <a:gd name="connsiteX60" fmla="*/ 210251 w 2892338"/>
              <a:gd name="connsiteY60" fmla="*/ 1019893 h 1088703"/>
              <a:gd name="connsiteX61" fmla="*/ 235522 w 2892338"/>
              <a:gd name="connsiteY61" fmla="*/ 1045164 h 1088703"/>
              <a:gd name="connsiteX62" fmla="*/ 210251 w 2892338"/>
              <a:gd name="connsiteY62" fmla="*/ 1070435 h 1088703"/>
              <a:gd name="connsiteX63" fmla="*/ 184980 w 2892338"/>
              <a:gd name="connsiteY63" fmla="*/ 1045164 h 1088703"/>
              <a:gd name="connsiteX64" fmla="*/ 210251 w 2892338"/>
              <a:gd name="connsiteY64" fmla="*/ 1019893 h 1088703"/>
              <a:gd name="connsiteX65" fmla="*/ 25271 w 2892338"/>
              <a:gd name="connsiteY65" fmla="*/ 1019893 h 1088703"/>
              <a:gd name="connsiteX66" fmla="*/ 50542 w 2892338"/>
              <a:gd name="connsiteY66" fmla="*/ 1045164 h 1088703"/>
              <a:gd name="connsiteX67" fmla="*/ 25271 w 2892338"/>
              <a:gd name="connsiteY67" fmla="*/ 1070435 h 1088703"/>
              <a:gd name="connsiteX68" fmla="*/ 0 w 2892338"/>
              <a:gd name="connsiteY68" fmla="*/ 1045164 h 1088703"/>
              <a:gd name="connsiteX69" fmla="*/ 25271 w 2892338"/>
              <a:gd name="connsiteY69" fmla="*/ 1019893 h 1088703"/>
              <a:gd name="connsiteX70" fmla="*/ 2867067 w 2892338"/>
              <a:gd name="connsiteY70" fmla="*/ 892462 h 1088703"/>
              <a:gd name="connsiteX71" fmla="*/ 2892338 w 2892338"/>
              <a:gd name="connsiteY71" fmla="*/ 917733 h 1088703"/>
              <a:gd name="connsiteX72" fmla="*/ 2867067 w 2892338"/>
              <a:gd name="connsiteY72" fmla="*/ 943004 h 1088703"/>
              <a:gd name="connsiteX73" fmla="*/ 2841796 w 2892338"/>
              <a:gd name="connsiteY73" fmla="*/ 917733 h 1088703"/>
              <a:gd name="connsiteX74" fmla="*/ 2867067 w 2892338"/>
              <a:gd name="connsiteY74" fmla="*/ 892462 h 1088703"/>
              <a:gd name="connsiteX75" fmla="*/ 2682086 w 2892338"/>
              <a:gd name="connsiteY75" fmla="*/ 892462 h 1088703"/>
              <a:gd name="connsiteX76" fmla="*/ 2707357 w 2892338"/>
              <a:gd name="connsiteY76" fmla="*/ 917733 h 1088703"/>
              <a:gd name="connsiteX77" fmla="*/ 2682086 w 2892338"/>
              <a:gd name="connsiteY77" fmla="*/ 943004 h 1088703"/>
              <a:gd name="connsiteX78" fmla="*/ 2656815 w 2892338"/>
              <a:gd name="connsiteY78" fmla="*/ 917733 h 1088703"/>
              <a:gd name="connsiteX79" fmla="*/ 2682086 w 2892338"/>
              <a:gd name="connsiteY79" fmla="*/ 892462 h 1088703"/>
              <a:gd name="connsiteX80" fmla="*/ 2497106 w 2892338"/>
              <a:gd name="connsiteY80" fmla="*/ 892462 h 1088703"/>
              <a:gd name="connsiteX81" fmla="*/ 2522377 w 2892338"/>
              <a:gd name="connsiteY81" fmla="*/ 917733 h 1088703"/>
              <a:gd name="connsiteX82" fmla="*/ 2497106 w 2892338"/>
              <a:gd name="connsiteY82" fmla="*/ 943004 h 1088703"/>
              <a:gd name="connsiteX83" fmla="*/ 2471835 w 2892338"/>
              <a:gd name="connsiteY83" fmla="*/ 917733 h 1088703"/>
              <a:gd name="connsiteX84" fmla="*/ 2497106 w 2892338"/>
              <a:gd name="connsiteY84" fmla="*/ 892462 h 1088703"/>
              <a:gd name="connsiteX85" fmla="*/ 2312127 w 2892338"/>
              <a:gd name="connsiteY85" fmla="*/ 892462 h 1088703"/>
              <a:gd name="connsiteX86" fmla="*/ 2337398 w 2892338"/>
              <a:gd name="connsiteY86" fmla="*/ 917733 h 1088703"/>
              <a:gd name="connsiteX87" fmla="*/ 2312127 w 2892338"/>
              <a:gd name="connsiteY87" fmla="*/ 943004 h 1088703"/>
              <a:gd name="connsiteX88" fmla="*/ 2286856 w 2892338"/>
              <a:gd name="connsiteY88" fmla="*/ 917733 h 1088703"/>
              <a:gd name="connsiteX89" fmla="*/ 2312127 w 2892338"/>
              <a:gd name="connsiteY89" fmla="*/ 892462 h 1088703"/>
              <a:gd name="connsiteX90" fmla="*/ 2127147 w 2892338"/>
              <a:gd name="connsiteY90" fmla="*/ 892462 h 1088703"/>
              <a:gd name="connsiteX91" fmla="*/ 2152418 w 2892338"/>
              <a:gd name="connsiteY91" fmla="*/ 917733 h 1088703"/>
              <a:gd name="connsiteX92" fmla="*/ 2127147 w 2892338"/>
              <a:gd name="connsiteY92" fmla="*/ 943004 h 1088703"/>
              <a:gd name="connsiteX93" fmla="*/ 2101876 w 2892338"/>
              <a:gd name="connsiteY93" fmla="*/ 917733 h 1088703"/>
              <a:gd name="connsiteX94" fmla="*/ 2127147 w 2892338"/>
              <a:gd name="connsiteY94" fmla="*/ 892462 h 1088703"/>
              <a:gd name="connsiteX95" fmla="*/ 1942166 w 2892338"/>
              <a:gd name="connsiteY95" fmla="*/ 892462 h 1088703"/>
              <a:gd name="connsiteX96" fmla="*/ 1967437 w 2892338"/>
              <a:gd name="connsiteY96" fmla="*/ 917733 h 1088703"/>
              <a:gd name="connsiteX97" fmla="*/ 1942166 w 2892338"/>
              <a:gd name="connsiteY97" fmla="*/ 943004 h 1088703"/>
              <a:gd name="connsiteX98" fmla="*/ 1916895 w 2892338"/>
              <a:gd name="connsiteY98" fmla="*/ 917733 h 1088703"/>
              <a:gd name="connsiteX99" fmla="*/ 1942166 w 2892338"/>
              <a:gd name="connsiteY99" fmla="*/ 892462 h 1088703"/>
              <a:gd name="connsiteX100" fmla="*/ 1757186 w 2892338"/>
              <a:gd name="connsiteY100" fmla="*/ 892462 h 1088703"/>
              <a:gd name="connsiteX101" fmla="*/ 1782457 w 2892338"/>
              <a:gd name="connsiteY101" fmla="*/ 917733 h 1088703"/>
              <a:gd name="connsiteX102" fmla="*/ 1757186 w 2892338"/>
              <a:gd name="connsiteY102" fmla="*/ 943004 h 1088703"/>
              <a:gd name="connsiteX103" fmla="*/ 1731915 w 2892338"/>
              <a:gd name="connsiteY103" fmla="*/ 917733 h 1088703"/>
              <a:gd name="connsiteX104" fmla="*/ 1757186 w 2892338"/>
              <a:gd name="connsiteY104" fmla="*/ 892462 h 1088703"/>
              <a:gd name="connsiteX105" fmla="*/ 1135152 w 2892338"/>
              <a:gd name="connsiteY105" fmla="*/ 874194 h 1088703"/>
              <a:gd name="connsiteX106" fmla="*/ 1160423 w 2892338"/>
              <a:gd name="connsiteY106" fmla="*/ 899465 h 1088703"/>
              <a:gd name="connsiteX107" fmla="*/ 1135152 w 2892338"/>
              <a:gd name="connsiteY107" fmla="*/ 924736 h 1088703"/>
              <a:gd name="connsiteX108" fmla="*/ 1109881 w 2892338"/>
              <a:gd name="connsiteY108" fmla="*/ 899465 h 1088703"/>
              <a:gd name="connsiteX109" fmla="*/ 1135152 w 2892338"/>
              <a:gd name="connsiteY109" fmla="*/ 874194 h 1088703"/>
              <a:gd name="connsiteX110" fmla="*/ 950171 w 2892338"/>
              <a:gd name="connsiteY110" fmla="*/ 874194 h 1088703"/>
              <a:gd name="connsiteX111" fmla="*/ 975442 w 2892338"/>
              <a:gd name="connsiteY111" fmla="*/ 899465 h 1088703"/>
              <a:gd name="connsiteX112" fmla="*/ 950171 w 2892338"/>
              <a:gd name="connsiteY112" fmla="*/ 924736 h 1088703"/>
              <a:gd name="connsiteX113" fmla="*/ 924900 w 2892338"/>
              <a:gd name="connsiteY113" fmla="*/ 899465 h 1088703"/>
              <a:gd name="connsiteX114" fmla="*/ 950171 w 2892338"/>
              <a:gd name="connsiteY114" fmla="*/ 874194 h 1088703"/>
              <a:gd name="connsiteX115" fmla="*/ 765191 w 2892338"/>
              <a:gd name="connsiteY115" fmla="*/ 874194 h 1088703"/>
              <a:gd name="connsiteX116" fmla="*/ 790462 w 2892338"/>
              <a:gd name="connsiteY116" fmla="*/ 899465 h 1088703"/>
              <a:gd name="connsiteX117" fmla="*/ 765191 w 2892338"/>
              <a:gd name="connsiteY117" fmla="*/ 924736 h 1088703"/>
              <a:gd name="connsiteX118" fmla="*/ 739920 w 2892338"/>
              <a:gd name="connsiteY118" fmla="*/ 899465 h 1088703"/>
              <a:gd name="connsiteX119" fmla="*/ 765191 w 2892338"/>
              <a:gd name="connsiteY119" fmla="*/ 874194 h 1088703"/>
              <a:gd name="connsiteX120" fmla="*/ 580212 w 2892338"/>
              <a:gd name="connsiteY120" fmla="*/ 874194 h 1088703"/>
              <a:gd name="connsiteX121" fmla="*/ 605483 w 2892338"/>
              <a:gd name="connsiteY121" fmla="*/ 899465 h 1088703"/>
              <a:gd name="connsiteX122" fmla="*/ 580212 w 2892338"/>
              <a:gd name="connsiteY122" fmla="*/ 924736 h 1088703"/>
              <a:gd name="connsiteX123" fmla="*/ 554942 w 2892338"/>
              <a:gd name="connsiteY123" fmla="*/ 899465 h 1088703"/>
              <a:gd name="connsiteX124" fmla="*/ 580212 w 2892338"/>
              <a:gd name="connsiteY124" fmla="*/ 874194 h 1088703"/>
              <a:gd name="connsiteX125" fmla="*/ 395232 w 2892338"/>
              <a:gd name="connsiteY125" fmla="*/ 874194 h 1088703"/>
              <a:gd name="connsiteX126" fmla="*/ 420503 w 2892338"/>
              <a:gd name="connsiteY126" fmla="*/ 899465 h 1088703"/>
              <a:gd name="connsiteX127" fmla="*/ 395232 w 2892338"/>
              <a:gd name="connsiteY127" fmla="*/ 924736 h 1088703"/>
              <a:gd name="connsiteX128" fmla="*/ 369961 w 2892338"/>
              <a:gd name="connsiteY128" fmla="*/ 899465 h 1088703"/>
              <a:gd name="connsiteX129" fmla="*/ 395232 w 2892338"/>
              <a:gd name="connsiteY129" fmla="*/ 874194 h 1088703"/>
              <a:gd name="connsiteX130" fmla="*/ 210251 w 2892338"/>
              <a:gd name="connsiteY130" fmla="*/ 874194 h 1088703"/>
              <a:gd name="connsiteX131" fmla="*/ 235522 w 2892338"/>
              <a:gd name="connsiteY131" fmla="*/ 899465 h 1088703"/>
              <a:gd name="connsiteX132" fmla="*/ 210251 w 2892338"/>
              <a:gd name="connsiteY132" fmla="*/ 924736 h 1088703"/>
              <a:gd name="connsiteX133" fmla="*/ 184980 w 2892338"/>
              <a:gd name="connsiteY133" fmla="*/ 899465 h 1088703"/>
              <a:gd name="connsiteX134" fmla="*/ 210251 w 2892338"/>
              <a:gd name="connsiteY134" fmla="*/ 874194 h 1088703"/>
              <a:gd name="connsiteX135" fmla="*/ 25272 w 2892338"/>
              <a:gd name="connsiteY135" fmla="*/ 874194 h 1088703"/>
              <a:gd name="connsiteX136" fmla="*/ 50543 w 2892338"/>
              <a:gd name="connsiteY136" fmla="*/ 899465 h 1088703"/>
              <a:gd name="connsiteX137" fmla="*/ 25272 w 2892338"/>
              <a:gd name="connsiteY137" fmla="*/ 924736 h 1088703"/>
              <a:gd name="connsiteX138" fmla="*/ 1 w 2892338"/>
              <a:gd name="connsiteY138" fmla="*/ 899465 h 1088703"/>
              <a:gd name="connsiteX139" fmla="*/ 25272 w 2892338"/>
              <a:gd name="connsiteY139" fmla="*/ 874194 h 1088703"/>
              <a:gd name="connsiteX140" fmla="*/ 2867067 w 2892338"/>
              <a:gd name="connsiteY140" fmla="*/ 746763 h 1088703"/>
              <a:gd name="connsiteX141" fmla="*/ 2892338 w 2892338"/>
              <a:gd name="connsiteY141" fmla="*/ 772034 h 1088703"/>
              <a:gd name="connsiteX142" fmla="*/ 2867067 w 2892338"/>
              <a:gd name="connsiteY142" fmla="*/ 797305 h 1088703"/>
              <a:gd name="connsiteX143" fmla="*/ 2841796 w 2892338"/>
              <a:gd name="connsiteY143" fmla="*/ 772034 h 1088703"/>
              <a:gd name="connsiteX144" fmla="*/ 2867067 w 2892338"/>
              <a:gd name="connsiteY144" fmla="*/ 746763 h 1088703"/>
              <a:gd name="connsiteX145" fmla="*/ 2682086 w 2892338"/>
              <a:gd name="connsiteY145" fmla="*/ 746763 h 1088703"/>
              <a:gd name="connsiteX146" fmla="*/ 2707357 w 2892338"/>
              <a:gd name="connsiteY146" fmla="*/ 772034 h 1088703"/>
              <a:gd name="connsiteX147" fmla="*/ 2682086 w 2892338"/>
              <a:gd name="connsiteY147" fmla="*/ 797305 h 1088703"/>
              <a:gd name="connsiteX148" fmla="*/ 2656815 w 2892338"/>
              <a:gd name="connsiteY148" fmla="*/ 772034 h 1088703"/>
              <a:gd name="connsiteX149" fmla="*/ 2682086 w 2892338"/>
              <a:gd name="connsiteY149" fmla="*/ 746763 h 1088703"/>
              <a:gd name="connsiteX150" fmla="*/ 2497106 w 2892338"/>
              <a:gd name="connsiteY150" fmla="*/ 746763 h 1088703"/>
              <a:gd name="connsiteX151" fmla="*/ 2522377 w 2892338"/>
              <a:gd name="connsiteY151" fmla="*/ 772034 h 1088703"/>
              <a:gd name="connsiteX152" fmla="*/ 2497106 w 2892338"/>
              <a:gd name="connsiteY152" fmla="*/ 797305 h 1088703"/>
              <a:gd name="connsiteX153" fmla="*/ 2471835 w 2892338"/>
              <a:gd name="connsiteY153" fmla="*/ 772034 h 1088703"/>
              <a:gd name="connsiteX154" fmla="*/ 2497106 w 2892338"/>
              <a:gd name="connsiteY154" fmla="*/ 746763 h 1088703"/>
              <a:gd name="connsiteX155" fmla="*/ 2312127 w 2892338"/>
              <a:gd name="connsiteY155" fmla="*/ 746763 h 1088703"/>
              <a:gd name="connsiteX156" fmla="*/ 2337398 w 2892338"/>
              <a:gd name="connsiteY156" fmla="*/ 772034 h 1088703"/>
              <a:gd name="connsiteX157" fmla="*/ 2312127 w 2892338"/>
              <a:gd name="connsiteY157" fmla="*/ 797305 h 1088703"/>
              <a:gd name="connsiteX158" fmla="*/ 2286856 w 2892338"/>
              <a:gd name="connsiteY158" fmla="*/ 772034 h 1088703"/>
              <a:gd name="connsiteX159" fmla="*/ 2312127 w 2892338"/>
              <a:gd name="connsiteY159" fmla="*/ 746763 h 1088703"/>
              <a:gd name="connsiteX160" fmla="*/ 2127147 w 2892338"/>
              <a:gd name="connsiteY160" fmla="*/ 746763 h 1088703"/>
              <a:gd name="connsiteX161" fmla="*/ 2152418 w 2892338"/>
              <a:gd name="connsiteY161" fmla="*/ 772034 h 1088703"/>
              <a:gd name="connsiteX162" fmla="*/ 2127147 w 2892338"/>
              <a:gd name="connsiteY162" fmla="*/ 797305 h 1088703"/>
              <a:gd name="connsiteX163" fmla="*/ 2101876 w 2892338"/>
              <a:gd name="connsiteY163" fmla="*/ 772034 h 1088703"/>
              <a:gd name="connsiteX164" fmla="*/ 2127147 w 2892338"/>
              <a:gd name="connsiteY164" fmla="*/ 746763 h 1088703"/>
              <a:gd name="connsiteX165" fmla="*/ 1942166 w 2892338"/>
              <a:gd name="connsiteY165" fmla="*/ 746763 h 1088703"/>
              <a:gd name="connsiteX166" fmla="*/ 1967437 w 2892338"/>
              <a:gd name="connsiteY166" fmla="*/ 772034 h 1088703"/>
              <a:gd name="connsiteX167" fmla="*/ 1942166 w 2892338"/>
              <a:gd name="connsiteY167" fmla="*/ 797305 h 1088703"/>
              <a:gd name="connsiteX168" fmla="*/ 1916895 w 2892338"/>
              <a:gd name="connsiteY168" fmla="*/ 772034 h 1088703"/>
              <a:gd name="connsiteX169" fmla="*/ 1942166 w 2892338"/>
              <a:gd name="connsiteY169" fmla="*/ 746763 h 1088703"/>
              <a:gd name="connsiteX170" fmla="*/ 1757186 w 2892338"/>
              <a:gd name="connsiteY170" fmla="*/ 746763 h 1088703"/>
              <a:gd name="connsiteX171" fmla="*/ 1782457 w 2892338"/>
              <a:gd name="connsiteY171" fmla="*/ 772034 h 1088703"/>
              <a:gd name="connsiteX172" fmla="*/ 1757186 w 2892338"/>
              <a:gd name="connsiteY172" fmla="*/ 797305 h 1088703"/>
              <a:gd name="connsiteX173" fmla="*/ 1731915 w 2892338"/>
              <a:gd name="connsiteY173" fmla="*/ 772034 h 1088703"/>
              <a:gd name="connsiteX174" fmla="*/ 1757186 w 2892338"/>
              <a:gd name="connsiteY174" fmla="*/ 746763 h 1088703"/>
              <a:gd name="connsiteX175" fmla="*/ 1135152 w 2892338"/>
              <a:gd name="connsiteY175" fmla="*/ 728495 h 1088703"/>
              <a:gd name="connsiteX176" fmla="*/ 1160423 w 2892338"/>
              <a:gd name="connsiteY176" fmla="*/ 753766 h 1088703"/>
              <a:gd name="connsiteX177" fmla="*/ 1135152 w 2892338"/>
              <a:gd name="connsiteY177" fmla="*/ 779037 h 1088703"/>
              <a:gd name="connsiteX178" fmla="*/ 1109881 w 2892338"/>
              <a:gd name="connsiteY178" fmla="*/ 753766 h 1088703"/>
              <a:gd name="connsiteX179" fmla="*/ 1135152 w 2892338"/>
              <a:gd name="connsiteY179" fmla="*/ 728495 h 1088703"/>
              <a:gd name="connsiteX180" fmla="*/ 950172 w 2892338"/>
              <a:gd name="connsiteY180" fmla="*/ 728495 h 1088703"/>
              <a:gd name="connsiteX181" fmla="*/ 975442 w 2892338"/>
              <a:gd name="connsiteY181" fmla="*/ 753766 h 1088703"/>
              <a:gd name="connsiteX182" fmla="*/ 950172 w 2892338"/>
              <a:gd name="connsiteY182" fmla="*/ 779037 h 1088703"/>
              <a:gd name="connsiteX183" fmla="*/ 924901 w 2892338"/>
              <a:gd name="connsiteY183" fmla="*/ 753766 h 1088703"/>
              <a:gd name="connsiteX184" fmla="*/ 950172 w 2892338"/>
              <a:gd name="connsiteY184" fmla="*/ 728495 h 1088703"/>
              <a:gd name="connsiteX185" fmla="*/ 765192 w 2892338"/>
              <a:gd name="connsiteY185" fmla="*/ 728495 h 1088703"/>
              <a:gd name="connsiteX186" fmla="*/ 790463 w 2892338"/>
              <a:gd name="connsiteY186" fmla="*/ 753766 h 1088703"/>
              <a:gd name="connsiteX187" fmla="*/ 765192 w 2892338"/>
              <a:gd name="connsiteY187" fmla="*/ 779037 h 1088703"/>
              <a:gd name="connsiteX188" fmla="*/ 739920 w 2892338"/>
              <a:gd name="connsiteY188" fmla="*/ 753766 h 1088703"/>
              <a:gd name="connsiteX189" fmla="*/ 765192 w 2892338"/>
              <a:gd name="connsiteY189" fmla="*/ 728495 h 1088703"/>
              <a:gd name="connsiteX190" fmla="*/ 580213 w 2892338"/>
              <a:gd name="connsiteY190" fmla="*/ 728495 h 1088703"/>
              <a:gd name="connsiteX191" fmla="*/ 605484 w 2892338"/>
              <a:gd name="connsiteY191" fmla="*/ 753766 h 1088703"/>
              <a:gd name="connsiteX192" fmla="*/ 580213 w 2892338"/>
              <a:gd name="connsiteY192" fmla="*/ 779037 h 1088703"/>
              <a:gd name="connsiteX193" fmla="*/ 554942 w 2892338"/>
              <a:gd name="connsiteY193" fmla="*/ 753766 h 1088703"/>
              <a:gd name="connsiteX194" fmla="*/ 580213 w 2892338"/>
              <a:gd name="connsiteY194" fmla="*/ 728495 h 1088703"/>
              <a:gd name="connsiteX195" fmla="*/ 395233 w 2892338"/>
              <a:gd name="connsiteY195" fmla="*/ 728495 h 1088703"/>
              <a:gd name="connsiteX196" fmla="*/ 420504 w 2892338"/>
              <a:gd name="connsiteY196" fmla="*/ 753766 h 1088703"/>
              <a:gd name="connsiteX197" fmla="*/ 395233 w 2892338"/>
              <a:gd name="connsiteY197" fmla="*/ 779037 h 1088703"/>
              <a:gd name="connsiteX198" fmla="*/ 369962 w 2892338"/>
              <a:gd name="connsiteY198" fmla="*/ 753766 h 1088703"/>
              <a:gd name="connsiteX199" fmla="*/ 395233 w 2892338"/>
              <a:gd name="connsiteY199" fmla="*/ 728495 h 1088703"/>
              <a:gd name="connsiteX200" fmla="*/ 210252 w 2892338"/>
              <a:gd name="connsiteY200" fmla="*/ 728495 h 1088703"/>
              <a:gd name="connsiteX201" fmla="*/ 235523 w 2892338"/>
              <a:gd name="connsiteY201" fmla="*/ 753766 h 1088703"/>
              <a:gd name="connsiteX202" fmla="*/ 210252 w 2892338"/>
              <a:gd name="connsiteY202" fmla="*/ 779037 h 1088703"/>
              <a:gd name="connsiteX203" fmla="*/ 184981 w 2892338"/>
              <a:gd name="connsiteY203" fmla="*/ 753766 h 1088703"/>
              <a:gd name="connsiteX204" fmla="*/ 210252 w 2892338"/>
              <a:gd name="connsiteY204" fmla="*/ 728495 h 1088703"/>
              <a:gd name="connsiteX205" fmla="*/ 25272 w 2892338"/>
              <a:gd name="connsiteY205" fmla="*/ 728495 h 1088703"/>
              <a:gd name="connsiteX206" fmla="*/ 50543 w 2892338"/>
              <a:gd name="connsiteY206" fmla="*/ 753766 h 1088703"/>
              <a:gd name="connsiteX207" fmla="*/ 25272 w 2892338"/>
              <a:gd name="connsiteY207" fmla="*/ 779037 h 1088703"/>
              <a:gd name="connsiteX208" fmla="*/ 1 w 2892338"/>
              <a:gd name="connsiteY208" fmla="*/ 753766 h 1088703"/>
              <a:gd name="connsiteX209" fmla="*/ 25272 w 2892338"/>
              <a:gd name="connsiteY209" fmla="*/ 728495 h 1088703"/>
              <a:gd name="connsiteX210" fmla="*/ 2867067 w 2892338"/>
              <a:gd name="connsiteY210" fmla="*/ 601064 h 1088703"/>
              <a:gd name="connsiteX211" fmla="*/ 2892338 w 2892338"/>
              <a:gd name="connsiteY211" fmla="*/ 626335 h 1088703"/>
              <a:gd name="connsiteX212" fmla="*/ 2867067 w 2892338"/>
              <a:gd name="connsiteY212" fmla="*/ 651606 h 1088703"/>
              <a:gd name="connsiteX213" fmla="*/ 2841796 w 2892338"/>
              <a:gd name="connsiteY213" fmla="*/ 626335 h 1088703"/>
              <a:gd name="connsiteX214" fmla="*/ 2867067 w 2892338"/>
              <a:gd name="connsiteY214" fmla="*/ 601064 h 1088703"/>
              <a:gd name="connsiteX215" fmla="*/ 2682086 w 2892338"/>
              <a:gd name="connsiteY215" fmla="*/ 601064 h 1088703"/>
              <a:gd name="connsiteX216" fmla="*/ 2707357 w 2892338"/>
              <a:gd name="connsiteY216" fmla="*/ 626335 h 1088703"/>
              <a:gd name="connsiteX217" fmla="*/ 2682086 w 2892338"/>
              <a:gd name="connsiteY217" fmla="*/ 651606 h 1088703"/>
              <a:gd name="connsiteX218" fmla="*/ 2656815 w 2892338"/>
              <a:gd name="connsiteY218" fmla="*/ 626335 h 1088703"/>
              <a:gd name="connsiteX219" fmla="*/ 2682086 w 2892338"/>
              <a:gd name="connsiteY219" fmla="*/ 601064 h 1088703"/>
              <a:gd name="connsiteX220" fmla="*/ 2497106 w 2892338"/>
              <a:gd name="connsiteY220" fmla="*/ 601064 h 1088703"/>
              <a:gd name="connsiteX221" fmla="*/ 2522377 w 2892338"/>
              <a:gd name="connsiteY221" fmla="*/ 626335 h 1088703"/>
              <a:gd name="connsiteX222" fmla="*/ 2497106 w 2892338"/>
              <a:gd name="connsiteY222" fmla="*/ 651606 h 1088703"/>
              <a:gd name="connsiteX223" fmla="*/ 2471835 w 2892338"/>
              <a:gd name="connsiteY223" fmla="*/ 626335 h 1088703"/>
              <a:gd name="connsiteX224" fmla="*/ 2497106 w 2892338"/>
              <a:gd name="connsiteY224" fmla="*/ 601064 h 1088703"/>
              <a:gd name="connsiteX225" fmla="*/ 2312127 w 2892338"/>
              <a:gd name="connsiteY225" fmla="*/ 601064 h 1088703"/>
              <a:gd name="connsiteX226" fmla="*/ 2337398 w 2892338"/>
              <a:gd name="connsiteY226" fmla="*/ 626335 h 1088703"/>
              <a:gd name="connsiteX227" fmla="*/ 2312127 w 2892338"/>
              <a:gd name="connsiteY227" fmla="*/ 651606 h 1088703"/>
              <a:gd name="connsiteX228" fmla="*/ 2286856 w 2892338"/>
              <a:gd name="connsiteY228" fmla="*/ 626335 h 1088703"/>
              <a:gd name="connsiteX229" fmla="*/ 2312127 w 2892338"/>
              <a:gd name="connsiteY229" fmla="*/ 601064 h 1088703"/>
              <a:gd name="connsiteX230" fmla="*/ 2127147 w 2892338"/>
              <a:gd name="connsiteY230" fmla="*/ 601064 h 1088703"/>
              <a:gd name="connsiteX231" fmla="*/ 2152418 w 2892338"/>
              <a:gd name="connsiteY231" fmla="*/ 626335 h 1088703"/>
              <a:gd name="connsiteX232" fmla="*/ 2127147 w 2892338"/>
              <a:gd name="connsiteY232" fmla="*/ 651606 h 1088703"/>
              <a:gd name="connsiteX233" fmla="*/ 2101876 w 2892338"/>
              <a:gd name="connsiteY233" fmla="*/ 626335 h 1088703"/>
              <a:gd name="connsiteX234" fmla="*/ 2127147 w 2892338"/>
              <a:gd name="connsiteY234" fmla="*/ 601064 h 1088703"/>
              <a:gd name="connsiteX235" fmla="*/ 1942166 w 2892338"/>
              <a:gd name="connsiteY235" fmla="*/ 601064 h 1088703"/>
              <a:gd name="connsiteX236" fmla="*/ 1967437 w 2892338"/>
              <a:gd name="connsiteY236" fmla="*/ 626335 h 1088703"/>
              <a:gd name="connsiteX237" fmla="*/ 1942166 w 2892338"/>
              <a:gd name="connsiteY237" fmla="*/ 651606 h 1088703"/>
              <a:gd name="connsiteX238" fmla="*/ 1916895 w 2892338"/>
              <a:gd name="connsiteY238" fmla="*/ 626335 h 1088703"/>
              <a:gd name="connsiteX239" fmla="*/ 1942166 w 2892338"/>
              <a:gd name="connsiteY239" fmla="*/ 601064 h 1088703"/>
              <a:gd name="connsiteX240" fmla="*/ 1757186 w 2892338"/>
              <a:gd name="connsiteY240" fmla="*/ 601064 h 1088703"/>
              <a:gd name="connsiteX241" fmla="*/ 1782457 w 2892338"/>
              <a:gd name="connsiteY241" fmla="*/ 626335 h 1088703"/>
              <a:gd name="connsiteX242" fmla="*/ 1757186 w 2892338"/>
              <a:gd name="connsiteY242" fmla="*/ 651606 h 1088703"/>
              <a:gd name="connsiteX243" fmla="*/ 1731915 w 2892338"/>
              <a:gd name="connsiteY243" fmla="*/ 626335 h 1088703"/>
              <a:gd name="connsiteX244" fmla="*/ 1757186 w 2892338"/>
              <a:gd name="connsiteY244" fmla="*/ 601064 h 1088703"/>
              <a:gd name="connsiteX245" fmla="*/ 1135152 w 2892338"/>
              <a:gd name="connsiteY245" fmla="*/ 582796 h 1088703"/>
              <a:gd name="connsiteX246" fmla="*/ 1160423 w 2892338"/>
              <a:gd name="connsiteY246" fmla="*/ 608067 h 1088703"/>
              <a:gd name="connsiteX247" fmla="*/ 1135152 w 2892338"/>
              <a:gd name="connsiteY247" fmla="*/ 633338 h 1088703"/>
              <a:gd name="connsiteX248" fmla="*/ 1109881 w 2892338"/>
              <a:gd name="connsiteY248" fmla="*/ 608067 h 1088703"/>
              <a:gd name="connsiteX249" fmla="*/ 1135152 w 2892338"/>
              <a:gd name="connsiteY249" fmla="*/ 582796 h 1088703"/>
              <a:gd name="connsiteX250" fmla="*/ 950172 w 2892338"/>
              <a:gd name="connsiteY250" fmla="*/ 582796 h 1088703"/>
              <a:gd name="connsiteX251" fmla="*/ 975442 w 2892338"/>
              <a:gd name="connsiteY251" fmla="*/ 608067 h 1088703"/>
              <a:gd name="connsiteX252" fmla="*/ 950172 w 2892338"/>
              <a:gd name="connsiteY252" fmla="*/ 633338 h 1088703"/>
              <a:gd name="connsiteX253" fmla="*/ 924901 w 2892338"/>
              <a:gd name="connsiteY253" fmla="*/ 608067 h 1088703"/>
              <a:gd name="connsiteX254" fmla="*/ 950172 w 2892338"/>
              <a:gd name="connsiteY254" fmla="*/ 582796 h 1088703"/>
              <a:gd name="connsiteX255" fmla="*/ 765192 w 2892338"/>
              <a:gd name="connsiteY255" fmla="*/ 582796 h 1088703"/>
              <a:gd name="connsiteX256" fmla="*/ 790463 w 2892338"/>
              <a:gd name="connsiteY256" fmla="*/ 608067 h 1088703"/>
              <a:gd name="connsiteX257" fmla="*/ 765192 w 2892338"/>
              <a:gd name="connsiteY257" fmla="*/ 633338 h 1088703"/>
              <a:gd name="connsiteX258" fmla="*/ 739921 w 2892338"/>
              <a:gd name="connsiteY258" fmla="*/ 608067 h 1088703"/>
              <a:gd name="connsiteX259" fmla="*/ 765192 w 2892338"/>
              <a:gd name="connsiteY259" fmla="*/ 582796 h 1088703"/>
              <a:gd name="connsiteX260" fmla="*/ 580213 w 2892338"/>
              <a:gd name="connsiteY260" fmla="*/ 582796 h 1088703"/>
              <a:gd name="connsiteX261" fmla="*/ 605484 w 2892338"/>
              <a:gd name="connsiteY261" fmla="*/ 608067 h 1088703"/>
              <a:gd name="connsiteX262" fmla="*/ 580213 w 2892338"/>
              <a:gd name="connsiteY262" fmla="*/ 633338 h 1088703"/>
              <a:gd name="connsiteX263" fmla="*/ 554942 w 2892338"/>
              <a:gd name="connsiteY263" fmla="*/ 608067 h 1088703"/>
              <a:gd name="connsiteX264" fmla="*/ 580213 w 2892338"/>
              <a:gd name="connsiteY264" fmla="*/ 582796 h 1088703"/>
              <a:gd name="connsiteX265" fmla="*/ 395233 w 2892338"/>
              <a:gd name="connsiteY265" fmla="*/ 582796 h 1088703"/>
              <a:gd name="connsiteX266" fmla="*/ 420504 w 2892338"/>
              <a:gd name="connsiteY266" fmla="*/ 608067 h 1088703"/>
              <a:gd name="connsiteX267" fmla="*/ 395233 w 2892338"/>
              <a:gd name="connsiteY267" fmla="*/ 633338 h 1088703"/>
              <a:gd name="connsiteX268" fmla="*/ 369962 w 2892338"/>
              <a:gd name="connsiteY268" fmla="*/ 608067 h 1088703"/>
              <a:gd name="connsiteX269" fmla="*/ 395233 w 2892338"/>
              <a:gd name="connsiteY269" fmla="*/ 582796 h 1088703"/>
              <a:gd name="connsiteX270" fmla="*/ 210252 w 2892338"/>
              <a:gd name="connsiteY270" fmla="*/ 582796 h 1088703"/>
              <a:gd name="connsiteX271" fmla="*/ 235523 w 2892338"/>
              <a:gd name="connsiteY271" fmla="*/ 608067 h 1088703"/>
              <a:gd name="connsiteX272" fmla="*/ 210252 w 2892338"/>
              <a:gd name="connsiteY272" fmla="*/ 633338 h 1088703"/>
              <a:gd name="connsiteX273" fmla="*/ 184981 w 2892338"/>
              <a:gd name="connsiteY273" fmla="*/ 608067 h 1088703"/>
              <a:gd name="connsiteX274" fmla="*/ 210252 w 2892338"/>
              <a:gd name="connsiteY274" fmla="*/ 582796 h 1088703"/>
              <a:gd name="connsiteX275" fmla="*/ 25272 w 2892338"/>
              <a:gd name="connsiteY275" fmla="*/ 582796 h 1088703"/>
              <a:gd name="connsiteX276" fmla="*/ 50543 w 2892338"/>
              <a:gd name="connsiteY276" fmla="*/ 608067 h 1088703"/>
              <a:gd name="connsiteX277" fmla="*/ 25272 w 2892338"/>
              <a:gd name="connsiteY277" fmla="*/ 633338 h 1088703"/>
              <a:gd name="connsiteX278" fmla="*/ 1 w 2892338"/>
              <a:gd name="connsiteY278" fmla="*/ 608067 h 1088703"/>
              <a:gd name="connsiteX279" fmla="*/ 25272 w 2892338"/>
              <a:gd name="connsiteY279" fmla="*/ 582796 h 1088703"/>
              <a:gd name="connsiteX280" fmla="*/ 2867067 w 2892338"/>
              <a:gd name="connsiteY280" fmla="*/ 455365 h 1088703"/>
              <a:gd name="connsiteX281" fmla="*/ 2892338 w 2892338"/>
              <a:gd name="connsiteY281" fmla="*/ 480635 h 1088703"/>
              <a:gd name="connsiteX282" fmla="*/ 2867067 w 2892338"/>
              <a:gd name="connsiteY282" fmla="*/ 505906 h 1088703"/>
              <a:gd name="connsiteX283" fmla="*/ 2841796 w 2892338"/>
              <a:gd name="connsiteY283" fmla="*/ 480635 h 1088703"/>
              <a:gd name="connsiteX284" fmla="*/ 2867067 w 2892338"/>
              <a:gd name="connsiteY284" fmla="*/ 455365 h 1088703"/>
              <a:gd name="connsiteX285" fmla="*/ 2682086 w 2892338"/>
              <a:gd name="connsiteY285" fmla="*/ 455365 h 1088703"/>
              <a:gd name="connsiteX286" fmla="*/ 2707357 w 2892338"/>
              <a:gd name="connsiteY286" fmla="*/ 480635 h 1088703"/>
              <a:gd name="connsiteX287" fmla="*/ 2682086 w 2892338"/>
              <a:gd name="connsiteY287" fmla="*/ 505906 h 1088703"/>
              <a:gd name="connsiteX288" fmla="*/ 2656815 w 2892338"/>
              <a:gd name="connsiteY288" fmla="*/ 480635 h 1088703"/>
              <a:gd name="connsiteX289" fmla="*/ 2682086 w 2892338"/>
              <a:gd name="connsiteY289" fmla="*/ 455365 h 1088703"/>
              <a:gd name="connsiteX290" fmla="*/ 2497106 w 2892338"/>
              <a:gd name="connsiteY290" fmla="*/ 455365 h 1088703"/>
              <a:gd name="connsiteX291" fmla="*/ 2522377 w 2892338"/>
              <a:gd name="connsiteY291" fmla="*/ 480635 h 1088703"/>
              <a:gd name="connsiteX292" fmla="*/ 2497106 w 2892338"/>
              <a:gd name="connsiteY292" fmla="*/ 505906 h 1088703"/>
              <a:gd name="connsiteX293" fmla="*/ 2471835 w 2892338"/>
              <a:gd name="connsiteY293" fmla="*/ 480635 h 1088703"/>
              <a:gd name="connsiteX294" fmla="*/ 2497106 w 2892338"/>
              <a:gd name="connsiteY294" fmla="*/ 455365 h 1088703"/>
              <a:gd name="connsiteX295" fmla="*/ 2312127 w 2892338"/>
              <a:gd name="connsiteY295" fmla="*/ 455365 h 1088703"/>
              <a:gd name="connsiteX296" fmla="*/ 2337398 w 2892338"/>
              <a:gd name="connsiteY296" fmla="*/ 480635 h 1088703"/>
              <a:gd name="connsiteX297" fmla="*/ 2312127 w 2892338"/>
              <a:gd name="connsiteY297" fmla="*/ 505906 h 1088703"/>
              <a:gd name="connsiteX298" fmla="*/ 2286856 w 2892338"/>
              <a:gd name="connsiteY298" fmla="*/ 480635 h 1088703"/>
              <a:gd name="connsiteX299" fmla="*/ 2312127 w 2892338"/>
              <a:gd name="connsiteY299" fmla="*/ 455365 h 1088703"/>
              <a:gd name="connsiteX300" fmla="*/ 2127147 w 2892338"/>
              <a:gd name="connsiteY300" fmla="*/ 455365 h 1088703"/>
              <a:gd name="connsiteX301" fmla="*/ 2152418 w 2892338"/>
              <a:gd name="connsiteY301" fmla="*/ 480635 h 1088703"/>
              <a:gd name="connsiteX302" fmla="*/ 2127147 w 2892338"/>
              <a:gd name="connsiteY302" fmla="*/ 505906 h 1088703"/>
              <a:gd name="connsiteX303" fmla="*/ 2101876 w 2892338"/>
              <a:gd name="connsiteY303" fmla="*/ 480635 h 1088703"/>
              <a:gd name="connsiteX304" fmla="*/ 2127147 w 2892338"/>
              <a:gd name="connsiteY304" fmla="*/ 455365 h 1088703"/>
              <a:gd name="connsiteX305" fmla="*/ 1942166 w 2892338"/>
              <a:gd name="connsiteY305" fmla="*/ 455365 h 1088703"/>
              <a:gd name="connsiteX306" fmla="*/ 1967437 w 2892338"/>
              <a:gd name="connsiteY306" fmla="*/ 480635 h 1088703"/>
              <a:gd name="connsiteX307" fmla="*/ 1942166 w 2892338"/>
              <a:gd name="connsiteY307" fmla="*/ 505906 h 1088703"/>
              <a:gd name="connsiteX308" fmla="*/ 1916895 w 2892338"/>
              <a:gd name="connsiteY308" fmla="*/ 480635 h 1088703"/>
              <a:gd name="connsiteX309" fmla="*/ 1942166 w 2892338"/>
              <a:gd name="connsiteY309" fmla="*/ 455365 h 1088703"/>
              <a:gd name="connsiteX310" fmla="*/ 1757186 w 2892338"/>
              <a:gd name="connsiteY310" fmla="*/ 455365 h 1088703"/>
              <a:gd name="connsiteX311" fmla="*/ 1782457 w 2892338"/>
              <a:gd name="connsiteY311" fmla="*/ 480635 h 1088703"/>
              <a:gd name="connsiteX312" fmla="*/ 1757186 w 2892338"/>
              <a:gd name="connsiteY312" fmla="*/ 505906 h 1088703"/>
              <a:gd name="connsiteX313" fmla="*/ 1731915 w 2892338"/>
              <a:gd name="connsiteY313" fmla="*/ 480635 h 1088703"/>
              <a:gd name="connsiteX314" fmla="*/ 1757186 w 2892338"/>
              <a:gd name="connsiteY314" fmla="*/ 455365 h 1088703"/>
              <a:gd name="connsiteX315" fmla="*/ 210252 w 2892338"/>
              <a:gd name="connsiteY315" fmla="*/ 437097 h 1088703"/>
              <a:gd name="connsiteX316" fmla="*/ 235523 w 2892338"/>
              <a:gd name="connsiteY316" fmla="*/ 462367 h 1088703"/>
              <a:gd name="connsiteX317" fmla="*/ 210252 w 2892338"/>
              <a:gd name="connsiteY317" fmla="*/ 487638 h 1088703"/>
              <a:gd name="connsiteX318" fmla="*/ 184981 w 2892338"/>
              <a:gd name="connsiteY318" fmla="*/ 462367 h 1088703"/>
              <a:gd name="connsiteX319" fmla="*/ 210252 w 2892338"/>
              <a:gd name="connsiteY319" fmla="*/ 437097 h 1088703"/>
              <a:gd name="connsiteX320" fmla="*/ 25272 w 2892338"/>
              <a:gd name="connsiteY320" fmla="*/ 437097 h 1088703"/>
              <a:gd name="connsiteX321" fmla="*/ 50543 w 2892338"/>
              <a:gd name="connsiteY321" fmla="*/ 462367 h 1088703"/>
              <a:gd name="connsiteX322" fmla="*/ 25272 w 2892338"/>
              <a:gd name="connsiteY322" fmla="*/ 487638 h 1088703"/>
              <a:gd name="connsiteX323" fmla="*/ 1 w 2892338"/>
              <a:gd name="connsiteY323" fmla="*/ 462367 h 1088703"/>
              <a:gd name="connsiteX324" fmla="*/ 25272 w 2892338"/>
              <a:gd name="connsiteY324" fmla="*/ 437097 h 1088703"/>
              <a:gd name="connsiteX325" fmla="*/ 950172 w 2892338"/>
              <a:gd name="connsiteY325" fmla="*/ 437096 h 1088703"/>
              <a:gd name="connsiteX326" fmla="*/ 975442 w 2892338"/>
              <a:gd name="connsiteY326" fmla="*/ 462367 h 1088703"/>
              <a:gd name="connsiteX327" fmla="*/ 950172 w 2892338"/>
              <a:gd name="connsiteY327" fmla="*/ 487638 h 1088703"/>
              <a:gd name="connsiteX328" fmla="*/ 924901 w 2892338"/>
              <a:gd name="connsiteY328" fmla="*/ 462367 h 1088703"/>
              <a:gd name="connsiteX329" fmla="*/ 950172 w 2892338"/>
              <a:gd name="connsiteY329" fmla="*/ 437096 h 1088703"/>
              <a:gd name="connsiteX330" fmla="*/ 765192 w 2892338"/>
              <a:gd name="connsiteY330" fmla="*/ 437096 h 1088703"/>
              <a:gd name="connsiteX331" fmla="*/ 790463 w 2892338"/>
              <a:gd name="connsiteY331" fmla="*/ 462367 h 1088703"/>
              <a:gd name="connsiteX332" fmla="*/ 765192 w 2892338"/>
              <a:gd name="connsiteY332" fmla="*/ 487638 h 1088703"/>
              <a:gd name="connsiteX333" fmla="*/ 739921 w 2892338"/>
              <a:gd name="connsiteY333" fmla="*/ 462367 h 1088703"/>
              <a:gd name="connsiteX334" fmla="*/ 765192 w 2892338"/>
              <a:gd name="connsiteY334" fmla="*/ 437096 h 1088703"/>
              <a:gd name="connsiteX335" fmla="*/ 580214 w 2892338"/>
              <a:gd name="connsiteY335" fmla="*/ 437096 h 1088703"/>
              <a:gd name="connsiteX336" fmla="*/ 605484 w 2892338"/>
              <a:gd name="connsiteY336" fmla="*/ 462367 h 1088703"/>
              <a:gd name="connsiteX337" fmla="*/ 580214 w 2892338"/>
              <a:gd name="connsiteY337" fmla="*/ 487638 h 1088703"/>
              <a:gd name="connsiteX338" fmla="*/ 554942 w 2892338"/>
              <a:gd name="connsiteY338" fmla="*/ 462367 h 1088703"/>
              <a:gd name="connsiteX339" fmla="*/ 580214 w 2892338"/>
              <a:gd name="connsiteY339" fmla="*/ 437096 h 1088703"/>
              <a:gd name="connsiteX340" fmla="*/ 395233 w 2892338"/>
              <a:gd name="connsiteY340" fmla="*/ 437096 h 1088703"/>
              <a:gd name="connsiteX341" fmla="*/ 420504 w 2892338"/>
              <a:gd name="connsiteY341" fmla="*/ 462367 h 1088703"/>
              <a:gd name="connsiteX342" fmla="*/ 395233 w 2892338"/>
              <a:gd name="connsiteY342" fmla="*/ 487638 h 1088703"/>
              <a:gd name="connsiteX343" fmla="*/ 369962 w 2892338"/>
              <a:gd name="connsiteY343" fmla="*/ 462367 h 1088703"/>
              <a:gd name="connsiteX344" fmla="*/ 395233 w 2892338"/>
              <a:gd name="connsiteY344" fmla="*/ 437096 h 1088703"/>
              <a:gd name="connsiteX345" fmla="*/ 1135152 w 2892338"/>
              <a:gd name="connsiteY345" fmla="*/ 437096 h 1088703"/>
              <a:gd name="connsiteX346" fmla="*/ 1160423 w 2892338"/>
              <a:gd name="connsiteY346" fmla="*/ 462367 h 1088703"/>
              <a:gd name="connsiteX347" fmla="*/ 1135152 w 2892338"/>
              <a:gd name="connsiteY347" fmla="*/ 487638 h 1088703"/>
              <a:gd name="connsiteX348" fmla="*/ 1109881 w 2892338"/>
              <a:gd name="connsiteY348" fmla="*/ 462367 h 1088703"/>
              <a:gd name="connsiteX349" fmla="*/ 1135152 w 2892338"/>
              <a:gd name="connsiteY349" fmla="*/ 437096 h 1088703"/>
              <a:gd name="connsiteX350" fmla="*/ 2497106 w 2892338"/>
              <a:gd name="connsiteY350" fmla="*/ 309666 h 1088703"/>
              <a:gd name="connsiteX351" fmla="*/ 2522377 w 2892338"/>
              <a:gd name="connsiteY351" fmla="*/ 334937 h 1088703"/>
              <a:gd name="connsiteX352" fmla="*/ 2497106 w 2892338"/>
              <a:gd name="connsiteY352" fmla="*/ 360209 h 1088703"/>
              <a:gd name="connsiteX353" fmla="*/ 2471835 w 2892338"/>
              <a:gd name="connsiteY353" fmla="*/ 334937 h 1088703"/>
              <a:gd name="connsiteX354" fmla="*/ 2497106 w 2892338"/>
              <a:gd name="connsiteY354" fmla="*/ 309666 h 1088703"/>
              <a:gd name="connsiteX355" fmla="*/ 2312127 w 2892338"/>
              <a:gd name="connsiteY355" fmla="*/ 309666 h 1088703"/>
              <a:gd name="connsiteX356" fmla="*/ 2337398 w 2892338"/>
              <a:gd name="connsiteY356" fmla="*/ 334937 h 1088703"/>
              <a:gd name="connsiteX357" fmla="*/ 2312127 w 2892338"/>
              <a:gd name="connsiteY357" fmla="*/ 360209 h 1088703"/>
              <a:gd name="connsiteX358" fmla="*/ 2286856 w 2892338"/>
              <a:gd name="connsiteY358" fmla="*/ 334937 h 1088703"/>
              <a:gd name="connsiteX359" fmla="*/ 2312127 w 2892338"/>
              <a:gd name="connsiteY359" fmla="*/ 309666 h 1088703"/>
              <a:gd name="connsiteX360" fmla="*/ 2127147 w 2892338"/>
              <a:gd name="connsiteY360" fmla="*/ 309666 h 1088703"/>
              <a:gd name="connsiteX361" fmla="*/ 2152418 w 2892338"/>
              <a:gd name="connsiteY361" fmla="*/ 334937 h 1088703"/>
              <a:gd name="connsiteX362" fmla="*/ 2127147 w 2892338"/>
              <a:gd name="connsiteY362" fmla="*/ 360209 h 1088703"/>
              <a:gd name="connsiteX363" fmla="*/ 2101876 w 2892338"/>
              <a:gd name="connsiteY363" fmla="*/ 334937 h 1088703"/>
              <a:gd name="connsiteX364" fmla="*/ 2127147 w 2892338"/>
              <a:gd name="connsiteY364" fmla="*/ 309666 h 1088703"/>
              <a:gd name="connsiteX365" fmla="*/ 1942166 w 2892338"/>
              <a:gd name="connsiteY365" fmla="*/ 309666 h 1088703"/>
              <a:gd name="connsiteX366" fmla="*/ 1967437 w 2892338"/>
              <a:gd name="connsiteY366" fmla="*/ 334937 h 1088703"/>
              <a:gd name="connsiteX367" fmla="*/ 1942166 w 2892338"/>
              <a:gd name="connsiteY367" fmla="*/ 360209 h 1088703"/>
              <a:gd name="connsiteX368" fmla="*/ 1916895 w 2892338"/>
              <a:gd name="connsiteY368" fmla="*/ 334937 h 1088703"/>
              <a:gd name="connsiteX369" fmla="*/ 1942166 w 2892338"/>
              <a:gd name="connsiteY369" fmla="*/ 309666 h 1088703"/>
              <a:gd name="connsiteX370" fmla="*/ 1757186 w 2892338"/>
              <a:gd name="connsiteY370" fmla="*/ 309666 h 1088703"/>
              <a:gd name="connsiteX371" fmla="*/ 1782457 w 2892338"/>
              <a:gd name="connsiteY371" fmla="*/ 334937 h 1088703"/>
              <a:gd name="connsiteX372" fmla="*/ 1757186 w 2892338"/>
              <a:gd name="connsiteY372" fmla="*/ 360209 h 1088703"/>
              <a:gd name="connsiteX373" fmla="*/ 1731915 w 2892338"/>
              <a:gd name="connsiteY373" fmla="*/ 334937 h 1088703"/>
              <a:gd name="connsiteX374" fmla="*/ 1757186 w 2892338"/>
              <a:gd name="connsiteY374" fmla="*/ 309666 h 1088703"/>
              <a:gd name="connsiteX375" fmla="*/ 2867067 w 2892338"/>
              <a:gd name="connsiteY375" fmla="*/ 309666 h 1088703"/>
              <a:gd name="connsiteX376" fmla="*/ 2892338 w 2892338"/>
              <a:gd name="connsiteY376" fmla="*/ 334937 h 1088703"/>
              <a:gd name="connsiteX377" fmla="*/ 2867067 w 2892338"/>
              <a:gd name="connsiteY377" fmla="*/ 360209 h 1088703"/>
              <a:gd name="connsiteX378" fmla="*/ 2841796 w 2892338"/>
              <a:gd name="connsiteY378" fmla="*/ 334937 h 1088703"/>
              <a:gd name="connsiteX379" fmla="*/ 2867067 w 2892338"/>
              <a:gd name="connsiteY379" fmla="*/ 309666 h 1088703"/>
              <a:gd name="connsiteX380" fmla="*/ 2682086 w 2892338"/>
              <a:gd name="connsiteY380" fmla="*/ 309666 h 1088703"/>
              <a:gd name="connsiteX381" fmla="*/ 2707357 w 2892338"/>
              <a:gd name="connsiteY381" fmla="*/ 334937 h 1088703"/>
              <a:gd name="connsiteX382" fmla="*/ 2682086 w 2892338"/>
              <a:gd name="connsiteY382" fmla="*/ 360209 h 1088703"/>
              <a:gd name="connsiteX383" fmla="*/ 2656815 w 2892338"/>
              <a:gd name="connsiteY383" fmla="*/ 334937 h 1088703"/>
              <a:gd name="connsiteX384" fmla="*/ 2682086 w 2892338"/>
              <a:gd name="connsiteY384" fmla="*/ 309666 h 1088703"/>
              <a:gd name="connsiteX385" fmla="*/ 580214 w 2892338"/>
              <a:gd name="connsiteY385" fmla="*/ 291398 h 1088703"/>
              <a:gd name="connsiteX386" fmla="*/ 605485 w 2892338"/>
              <a:gd name="connsiteY386" fmla="*/ 316669 h 1088703"/>
              <a:gd name="connsiteX387" fmla="*/ 580214 w 2892338"/>
              <a:gd name="connsiteY387" fmla="*/ 341940 h 1088703"/>
              <a:gd name="connsiteX388" fmla="*/ 554943 w 2892338"/>
              <a:gd name="connsiteY388" fmla="*/ 316669 h 1088703"/>
              <a:gd name="connsiteX389" fmla="*/ 580214 w 2892338"/>
              <a:gd name="connsiteY389" fmla="*/ 291398 h 1088703"/>
              <a:gd name="connsiteX390" fmla="*/ 395233 w 2892338"/>
              <a:gd name="connsiteY390" fmla="*/ 291398 h 1088703"/>
              <a:gd name="connsiteX391" fmla="*/ 420504 w 2892338"/>
              <a:gd name="connsiteY391" fmla="*/ 316669 h 1088703"/>
              <a:gd name="connsiteX392" fmla="*/ 395233 w 2892338"/>
              <a:gd name="connsiteY392" fmla="*/ 341940 h 1088703"/>
              <a:gd name="connsiteX393" fmla="*/ 369962 w 2892338"/>
              <a:gd name="connsiteY393" fmla="*/ 316669 h 1088703"/>
              <a:gd name="connsiteX394" fmla="*/ 395233 w 2892338"/>
              <a:gd name="connsiteY394" fmla="*/ 291398 h 1088703"/>
              <a:gd name="connsiteX395" fmla="*/ 210253 w 2892338"/>
              <a:gd name="connsiteY395" fmla="*/ 291398 h 1088703"/>
              <a:gd name="connsiteX396" fmla="*/ 235524 w 2892338"/>
              <a:gd name="connsiteY396" fmla="*/ 316669 h 1088703"/>
              <a:gd name="connsiteX397" fmla="*/ 210253 w 2892338"/>
              <a:gd name="connsiteY397" fmla="*/ 341940 h 1088703"/>
              <a:gd name="connsiteX398" fmla="*/ 184982 w 2892338"/>
              <a:gd name="connsiteY398" fmla="*/ 316669 h 1088703"/>
              <a:gd name="connsiteX399" fmla="*/ 210253 w 2892338"/>
              <a:gd name="connsiteY399" fmla="*/ 291398 h 1088703"/>
              <a:gd name="connsiteX400" fmla="*/ 25273 w 2892338"/>
              <a:gd name="connsiteY400" fmla="*/ 291398 h 1088703"/>
              <a:gd name="connsiteX401" fmla="*/ 50544 w 2892338"/>
              <a:gd name="connsiteY401" fmla="*/ 316669 h 1088703"/>
              <a:gd name="connsiteX402" fmla="*/ 25273 w 2892338"/>
              <a:gd name="connsiteY402" fmla="*/ 341940 h 1088703"/>
              <a:gd name="connsiteX403" fmla="*/ 2 w 2892338"/>
              <a:gd name="connsiteY403" fmla="*/ 316669 h 1088703"/>
              <a:gd name="connsiteX404" fmla="*/ 25273 w 2892338"/>
              <a:gd name="connsiteY404" fmla="*/ 291398 h 1088703"/>
              <a:gd name="connsiteX405" fmla="*/ 1135152 w 2892338"/>
              <a:gd name="connsiteY405" fmla="*/ 291398 h 1088703"/>
              <a:gd name="connsiteX406" fmla="*/ 1160423 w 2892338"/>
              <a:gd name="connsiteY406" fmla="*/ 316669 h 1088703"/>
              <a:gd name="connsiteX407" fmla="*/ 1135152 w 2892338"/>
              <a:gd name="connsiteY407" fmla="*/ 341940 h 1088703"/>
              <a:gd name="connsiteX408" fmla="*/ 1109881 w 2892338"/>
              <a:gd name="connsiteY408" fmla="*/ 316669 h 1088703"/>
              <a:gd name="connsiteX409" fmla="*/ 1135152 w 2892338"/>
              <a:gd name="connsiteY409" fmla="*/ 291398 h 1088703"/>
              <a:gd name="connsiteX410" fmla="*/ 950172 w 2892338"/>
              <a:gd name="connsiteY410" fmla="*/ 291398 h 1088703"/>
              <a:gd name="connsiteX411" fmla="*/ 975442 w 2892338"/>
              <a:gd name="connsiteY411" fmla="*/ 316669 h 1088703"/>
              <a:gd name="connsiteX412" fmla="*/ 950172 w 2892338"/>
              <a:gd name="connsiteY412" fmla="*/ 341940 h 1088703"/>
              <a:gd name="connsiteX413" fmla="*/ 924902 w 2892338"/>
              <a:gd name="connsiteY413" fmla="*/ 316669 h 1088703"/>
              <a:gd name="connsiteX414" fmla="*/ 950172 w 2892338"/>
              <a:gd name="connsiteY414" fmla="*/ 291398 h 1088703"/>
              <a:gd name="connsiteX415" fmla="*/ 765192 w 2892338"/>
              <a:gd name="connsiteY415" fmla="*/ 291398 h 1088703"/>
              <a:gd name="connsiteX416" fmla="*/ 790464 w 2892338"/>
              <a:gd name="connsiteY416" fmla="*/ 316669 h 1088703"/>
              <a:gd name="connsiteX417" fmla="*/ 765192 w 2892338"/>
              <a:gd name="connsiteY417" fmla="*/ 341940 h 1088703"/>
              <a:gd name="connsiteX418" fmla="*/ 739921 w 2892338"/>
              <a:gd name="connsiteY418" fmla="*/ 316669 h 1088703"/>
              <a:gd name="connsiteX419" fmla="*/ 765192 w 2892338"/>
              <a:gd name="connsiteY419" fmla="*/ 291398 h 1088703"/>
              <a:gd name="connsiteX420" fmla="*/ 2127147 w 2892338"/>
              <a:gd name="connsiteY420" fmla="*/ 163968 h 1088703"/>
              <a:gd name="connsiteX421" fmla="*/ 2152418 w 2892338"/>
              <a:gd name="connsiteY421" fmla="*/ 189239 h 1088703"/>
              <a:gd name="connsiteX422" fmla="*/ 2127147 w 2892338"/>
              <a:gd name="connsiteY422" fmla="*/ 214510 h 1088703"/>
              <a:gd name="connsiteX423" fmla="*/ 2101876 w 2892338"/>
              <a:gd name="connsiteY423" fmla="*/ 189239 h 1088703"/>
              <a:gd name="connsiteX424" fmla="*/ 2127147 w 2892338"/>
              <a:gd name="connsiteY424" fmla="*/ 163968 h 1088703"/>
              <a:gd name="connsiteX425" fmla="*/ 1942166 w 2892338"/>
              <a:gd name="connsiteY425" fmla="*/ 163968 h 1088703"/>
              <a:gd name="connsiteX426" fmla="*/ 1967437 w 2892338"/>
              <a:gd name="connsiteY426" fmla="*/ 189239 h 1088703"/>
              <a:gd name="connsiteX427" fmla="*/ 1942166 w 2892338"/>
              <a:gd name="connsiteY427" fmla="*/ 214510 h 1088703"/>
              <a:gd name="connsiteX428" fmla="*/ 1916895 w 2892338"/>
              <a:gd name="connsiteY428" fmla="*/ 189239 h 1088703"/>
              <a:gd name="connsiteX429" fmla="*/ 1942166 w 2892338"/>
              <a:gd name="connsiteY429" fmla="*/ 163968 h 1088703"/>
              <a:gd name="connsiteX430" fmla="*/ 1757186 w 2892338"/>
              <a:gd name="connsiteY430" fmla="*/ 163968 h 1088703"/>
              <a:gd name="connsiteX431" fmla="*/ 1782457 w 2892338"/>
              <a:gd name="connsiteY431" fmla="*/ 189239 h 1088703"/>
              <a:gd name="connsiteX432" fmla="*/ 1757186 w 2892338"/>
              <a:gd name="connsiteY432" fmla="*/ 214510 h 1088703"/>
              <a:gd name="connsiteX433" fmla="*/ 1731915 w 2892338"/>
              <a:gd name="connsiteY433" fmla="*/ 189239 h 1088703"/>
              <a:gd name="connsiteX434" fmla="*/ 1757186 w 2892338"/>
              <a:gd name="connsiteY434" fmla="*/ 163968 h 1088703"/>
              <a:gd name="connsiteX435" fmla="*/ 2312127 w 2892338"/>
              <a:gd name="connsiteY435" fmla="*/ 163968 h 1088703"/>
              <a:gd name="connsiteX436" fmla="*/ 2337398 w 2892338"/>
              <a:gd name="connsiteY436" fmla="*/ 189239 h 1088703"/>
              <a:gd name="connsiteX437" fmla="*/ 2312127 w 2892338"/>
              <a:gd name="connsiteY437" fmla="*/ 214510 h 1088703"/>
              <a:gd name="connsiteX438" fmla="*/ 2286856 w 2892338"/>
              <a:gd name="connsiteY438" fmla="*/ 189239 h 1088703"/>
              <a:gd name="connsiteX439" fmla="*/ 2312127 w 2892338"/>
              <a:gd name="connsiteY439" fmla="*/ 163968 h 1088703"/>
              <a:gd name="connsiteX440" fmla="*/ 2867067 w 2892338"/>
              <a:gd name="connsiteY440" fmla="*/ 163968 h 1088703"/>
              <a:gd name="connsiteX441" fmla="*/ 2892338 w 2892338"/>
              <a:gd name="connsiteY441" fmla="*/ 189239 h 1088703"/>
              <a:gd name="connsiteX442" fmla="*/ 2867067 w 2892338"/>
              <a:gd name="connsiteY442" fmla="*/ 214510 h 1088703"/>
              <a:gd name="connsiteX443" fmla="*/ 2841796 w 2892338"/>
              <a:gd name="connsiteY443" fmla="*/ 189239 h 1088703"/>
              <a:gd name="connsiteX444" fmla="*/ 2867067 w 2892338"/>
              <a:gd name="connsiteY444" fmla="*/ 163968 h 1088703"/>
              <a:gd name="connsiteX445" fmla="*/ 2682086 w 2892338"/>
              <a:gd name="connsiteY445" fmla="*/ 163968 h 1088703"/>
              <a:gd name="connsiteX446" fmla="*/ 2707357 w 2892338"/>
              <a:gd name="connsiteY446" fmla="*/ 189239 h 1088703"/>
              <a:gd name="connsiteX447" fmla="*/ 2682086 w 2892338"/>
              <a:gd name="connsiteY447" fmla="*/ 214510 h 1088703"/>
              <a:gd name="connsiteX448" fmla="*/ 2656815 w 2892338"/>
              <a:gd name="connsiteY448" fmla="*/ 189239 h 1088703"/>
              <a:gd name="connsiteX449" fmla="*/ 2682086 w 2892338"/>
              <a:gd name="connsiteY449" fmla="*/ 163968 h 1088703"/>
              <a:gd name="connsiteX450" fmla="*/ 2497106 w 2892338"/>
              <a:gd name="connsiteY450" fmla="*/ 163968 h 1088703"/>
              <a:gd name="connsiteX451" fmla="*/ 2522377 w 2892338"/>
              <a:gd name="connsiteY451" fmla="*/ 189239 h 1088703"/>
              <a:gd name="connsiteX452" fmla="*/ 2497106 w 2892338"/>
              <a:gd name="connsiteY452" fmla="*/ 214510 h 1088703"/>
              <a:gd name="connsiteX453" fmla="*/ 2471835 w 2892338"/>
              <a:gd name="connsiteY453" fmla="*/ 189239 h 1088703"/>
              <a:gd name="connsiteX454" fmla="*/ 2497106 w 2892338"/>
              <a:gd name="connsiteY454" fmla="*/ 163968 h 1088703"/>
              <a:gd name="connsiteX455" fmla="*/ 25273 w 2892338"/>
              <a:gd name="connsiteY455" fmla="*/ 145699 h 1088703"/>
              <a:gd name="connsiteX456" fmla="*/ 50544 w 2892338"/>
              <a:gd name="connsiteY456" fmla="*/ 170970 h 1088703"/>
              <a:gd name="connsiteX457" fmla="*/ 25273 w 2892338"/>
              <a:gd name="connsiteY457" fmla="*/ 196241 h 1088703"/>
              <a:gd name="connsiteX458" fmla="*/ 2 w 2892338"/>
              <a:gd name="connsiteY458" fmla="*/ 170970 h 1088703"/>
              <a:gd name="connsiteX459" fmla="*/ 25273 w 2892338"/>
              <a:gd name="connsiteY459" fmla="*/ 145699 h 1088703"/>
              <a:gd name="connsiteX460" fmla="*/ 210253 w 2892338"/>
              <a:gd name="connsiteY460" fmla="*/ 145699 h 1088703"/>
              <a:gd name="connsiteX461" fmla="*/ 235524 w 2892338"/>
              <a:gd name="connsiteY461" fmla="*/ 170970 h 1088703"/>
              <a:gd name="connsiteX462" fmla="*/ 210253 w 2892338"/>
              <a:gd name="connsiteY462" fmla="*/ 196241 h 1088703"/>
              <a:gd name="connsiteX463" fmla="*/ 184982 w 2892338"/>
              <a:gd name="connsiteY463" fmla="*/ 170970 h 1088703"/>
              <a:gd name="connsiteX464" fmla="*/ 210253 w 2892338"/>
              <a:gd name="connsiteY464" fmla="*/ 145699 h 1088703"/>
              <a:gd name="connsiteX465" fmla="*/ 580214 w 2892338"/>
              <a:gd name="connsiteY465" fmla="*/ 145699 h 1088703"/>
              <a:gd name="connsiteX466" fmla="*/ 605485 w 2892338"/>
              <a:gd name="connsiteY466" fmla="*/ 170970 h 1088703"/>
              <a:gd name="connsiteX467" fmla="*/ 580214 w 2892338"/>
              <a:gd name="connsiteY467" fmla="*/ 196241 h 1088703"/>
              <a:gd name="connsiteX468" fmla="*/ 554943 w 2892338"/>
              <a:gd name="connsiteY468" fmla="*/ 170970 h 1088703"/>
              <a:gd name="connsiteX469" fmla="*/ 580214 w 2892338"/>
              <a:gd name="connsiteY469" fmla="*/ 145699 h 1088703"/>
              <a:gd name="connsiteX470" fmla="*/ 395234 w 2892338"/>
              <a:gd name="connsiteY470" fmla="*/ 145699 h 1088703"/>
              <a:gd name="connsiteX471" fmla="*/ 420505 w 2892338"/>
              <a:gd name="connsiteY471" fmla="*/ 170970 h 1088703"/>
              <a:gd name="connsiteX472" fmla="*/ 395234 w 2892338"/>
              <a:gd name="connsiteY472" fmla="*/ 196241 h 1088703"/>
              <a:gd name="connsiteX473" fmla="*/ 369963 w 2892338"/>
              <a:gd name="connsiteY473" fmla="*/ 170970 h 1088703"/>
              <a:gd name="connsiteX474" fmla="*/ 395234 w 2892338"/>
              <a:gd name="connsiteY474" fmla="*/ 145699 h 1088703"/>
              <a:gd name="connsiteX475" fmla="*/ 950173 w 2892338"/>
              <a:gd name="connsiteY475" fmla="*/ 145699 h 1088703"/>
              <a:gd name="connsiteX476" fmla="*/ 975442 w 2892338"/>
              <a:gd name="connsiteY476" fmla="*/ 170970 h 1088703"/>
              <a:gd name="connsiteX477" fmla="*/ 950173 w 2892338"/>
              <a:gd name="connsiteY477" fmla="*/ 196241 h 1088703"/>
              <a:gd name="connsiteX478" fmla="*/ 924902 w 2892338"/>
              <a:gd name="connsiteY478" fmla="*/ 170970 h 1088703"/>
              <a:gd name="connsiteX479" fmla="*/ 950173 w 2892338"/>
              <a:gd name="connsiteY479" fmla="*/ 145699 h 1088703"/>
              <a:gd name="connsiteX480" fmla="*/ 765193 w 2892338"/>
              <a:gd name="connsiteY480" fmla="*/ 145699 h 1088703"/>
              <a:gd name="connsiteX481" fmla="*/ 790464 w 2892338"/>
              <a:gd name="connsiteY481" fmla="*/ 170970 h 1088703"/>
              <a:gd name="connsiteX482" fmla="*/ 765193 w 2892338"/>
              <a:gd name="connsiteY482" fmla="*/ 196241 h 1088703"/>
              <a:gd name="connsiteX483" fmla="*/ 739922 w 2892338"/>
              <a:gd name="connsiteY483" fmla="*/ 170970 h 1088703"/>
              <a:gd name="connsiteX484" fmla="*/ 765193 w 2892338"/>
              <a:gd name="connsiteY484" fmla="*/ 145699 h 1088703"/>
              <a:gd name="connsiteX485" fmla="*/ 1135152 w 2892338"/>
              <a:gd name="connsiteY485" fmla="*/ 145699 h 1088703"/>
              <a:gd name="connsiteX486" fmla="*/ 1160423 w 2892338"/>
              <a:gd name="connsiteY486" fmla="*/ 170970 h 1088703"/>
              <a:gd name="connsiteX487" fmla="*/ 1135152 w 2892338"/>
              <a:gd name="connsiteY487" fmla="*/ 196241 h 1088703"/>
              <a:gd name="connsiteX488" fmla="*/ 1109881 w 2892338"/>
              <a:gd name="connsiteY488" fmla="*/ 170970 h 1088703"/>
              <a:gd name="connsiteX489" fmla="*/ 1135152 w 2892338"/>
              <a:gd name="connsiteY489" fmla="*/ 145699 h 1088703"/>
              <a:gd name="connsiteX490" fmla="*/ 1757186 w 2892338"/>
              <a:gd name="connsiteY490" fmla="*/ 18269 h 1088703"/>
              <a:gd name="connsiteX491" fmla="*/ 1782457 w 2892338"/>
              <a:gd name="connsiteY491" fmla="*/ 43540 h 1088703"/>
              <a:gd name="connsiteX492" fmla="*/ 1757186 w 2892338"/>
              <a:gd name="connsiteY492" fmla="*/ 68811 h 1088703"/>
              <a:gd name="connsiteX493" fmla="*/ 1731915 w 2892338"/>
              <a:gd name="connsiteY493" fmla="*/ 43540 h 1088703"/>
              <a:gd name="connsiteX494" fmla="*/ 1757186 w 2892338"/>
              <a:gd name="connsiteY494" fmla="*/ 18269 h 1088703"/>
              <a:gd name="connsiteX495" fmla="*/ 1942166 w 2892338"/>
              <a:gd name="connsiteY495" fmla="*/ 18269 h 1088703"/>
              <a:gd name="connsiteX496" fmla="*/ 1967437 w 2892338"/>
              <a:gd name="connsiteY496" fmla="*/ 43540 h 1088703"/>
              <a:gd name="connsiteX497" fmla="*/ 1942166 w 2892338"/>
              <a:gd name="connsiteY497" fmla="*/ 68811 h 1088703"/>
              <a:gd name="connsiteX498" fmla="*/ 1916895 w 2892338"/>
              <a:gd name="connsiteY498" fmla="*/ 43540 h 1088703"/>
              <a:gd name="connsiteX499" fmla="*/ 1942166 w 2892338"/>
              <a:gd name="connsiteY499" fmla="*/ 18269 h 1088703"/>
              <a:gd name="connsiteX500" fmla="*/ 2312127 w 2892338"/>
              <a:gd name="connsiteY500" fmla="*/ 18269 h 1088703"/>
              <a:gd name="connsiteX501" fmla="*/ 2337398 w 2892338"/>
              <a:gd name="connsiteY501" fmla="*/ 43540 h 1088703"/>
              <a:gd name="connsiteX502" fmla="*/ 2312127 w 2892338"/>
              <a:gd name="connsiteY502" fmla="*/ 68811 h 1088703"/>
              <a:gd name="connsiteX503" fmla="*/ 2286856 w 2892338"/>
              <a:gd name="connsiteY503" fmla="*/ 43540 h 1088703"/>
              <a:gd name="connsiteX504" fmla="*/ 2312127 w 2892338"/>
              <a:gd name="connsiteY504" fmla="*/ 18269 h 1088703"/>
              <a:gd name="connsiteX505" fmla="*/ 2127147 w 2892338"/>
              <a:gd name="connsiteY505" fmla="*/ 18269 h 1088703"/>
              <a:gd name="connsiteX506" fmla="*/ 2152418 w 2892338"/>
              <a:gd name="connsiteY506" fmla="*/ 43540 h 1088703"/>
              <a:gd name="connsiteX507" fmla="*/ 2127147 w 2892338"/>
              <a:gd name="connsiteY507" fmla="*/ 68811 h 1088703"/>
              <a:gd name="connsiteX508" fmla="*/ 2101876 w 2892338"/>
              <a:gd name="connsiteY508" fmla="*/ 43540 h 1088703"/>
              <a:gd name="connsiteX509" fmla="*/ 2127147 w 2892338"/>
              <a:gd name="connsiteY509" fmla="*/ 18269 h 1088703"/>
              <a:gd name="connsiteX510" fmla="*/ 2497106 w 2892338"/>
              <a:gd name="connsiteY510" fmla="*/ 18269 h 1088703"/>
              <a:gd name="connsiteX511" fmla="*/ 2522377 w 2892338"/>
              <a:gd name="connsiteY511" fmla="*/ 43540 h 1088703"/>
              <a:gd name="connsiteX512" fmla="*/ 2497106 w 2892338"/>
              <a:gd name="connsiteY512" fmla="*/ 68811 h 1088703"/>
              <a:gd name="connsiteX513" fmla="*/ 2471835 w 2892338"/>
              <a:gd name="connsiteY513" fmla="*/ 43540 h 1088703"/>
              <a:gd name="connsiteX514" fmla="*/ 2497106 w 2892338"/>
              <a:gd name="connsiteY514" fmla="*/ 18269 h 1088703"/>
              <a:gd name="connsiteX515" fmla="*/ 2682086 w 2892338"/>
              <a:gd name="connsiteY515" fmla="*/ 18269 h 1088703"/>
              <a:gd name="connsiteX516" fmla="*/ 2707357 w 2892338"/>
              <a:gd name="connsiteY516" fmla="*/ 43540 h 1088703"/>
              <a:gd name="connsiteX517" fmla="*/ 2682086 w 2892338"/>
              <a:gd name="connsiteY517" fmla="*/ 68811 h 1088703"/>
              <a:gd name="connsiteX518" fmla="*/ 2656815 w 2892338"/>
              <a:gd name="connsiteY518" fmla="*/ 43540 h 1088703"/>
              <a:gd name="connsiteX519" fmla="*/ 2682086 w 2892338"/>
              <a:gd name="connsiteY519" fmla="*/ 18269 h 1088703"/>
              <a:gd name="connsiteX520" fmla="*/ 2867067 w 2892338"/>
              <a:gd name="connsiteY520" fmla="*/ 18269 h 1088703"/>
              <a:gd name="connsiteX521" fmla="*/ 2892338 w 2892338"/>
              <a:gd name="connsiteY521" fmla="*/ 43540 h 1088703"/>
              <a:gd name="connsiteX522" fmla="*/ 2867067 w 2892338"/>
              <a:gd name="connsiteY522" fmla="*/ 68811 h 1088703"/>
              <a:gd name="connsiteX523" fmla="*/ 2841796 w 2892338"/>
              <a:gd name="connsiteY523" fmla="*/ 43540 h 1088703"/>
              <a:gd name="connsiteX524" fmla="*/ 2867067 w 2892338"/>
              <a:gd name="connsiteY524" fmla="*/ 18269 h 1088703"/>
              <a:gd name="connsiteX525" fmla="*/ 25273 w 2892338"/>
              <a:gd name="connsiteY525" fmla="*/ 0 h 1088703"/>
              <a:gd name="connsiteX526" fmla="*/ 50544 w 2892338"/>
              <a:gd name="connsiteY526" fmla="*/ 25271 h 1088703"/>
              <a:gd name="connsiteX527" fmla="*/ 25273 w 2892338"/>
              <a:gd name="connsiteY527" fmla="*/ 50542 h 1088703"/>
              <a:gd name="connsiteX528" fmla="*/ 2 w 2892338"/>
              <a:gd name="connsiteY528" fmla="*/ 25271 h 1088703"/>
              <a:gd name="connsiteX529" fmla="*/ 25273 w 2892338"/>
              <a:gd name="connsiteY529" fmla="*/ 0 h 1088703"/>
              <a:gd name="connsiteX530" fmla="*/ 210253 w 2892338"/>
              <a:gd name="connsiteY530" fmla="*/ 0 h 1088703"/>
              <a:gd name="connsiteX531" fmla="*/ 235524 w 2892338"/>
              <a:gd name="connsiteY531" fmla="*/ 25271 h 1088703"/>
              <a:gd name="connsiteX532" fmla="*/ 210253 w 2892338"/>
              <a:gd name="connsiteY532" fmla="*/ 50542 h 1088703"/>
              <a:gd name="connsiteX533" fmla="*/ 184982 w 2892338"/>
              <a:gd name="connsiteY533" fmla="*/ 25271 h 1088703"/>
              <a:gd name="connsiteX534" fmla="*/ 210253 w 2892338"/>
              <a:gd name="connsiteY534" fmla="*/ 0 h 1088703"/>
              <a:gd name="connsiteX535" fmla="*/ 395234 w 2892338"/>
              <a:gd name="connsiteY535" fmla="*/ 0 h 1088703"/>
              <a:gd name="connsiteX536" fmla="*/ 420505 w 2892338"/>
              <a:gd name="connsiteY536" fmla="*/ 25271 h 1088703"/>
              <a:gd name="connsiteX537" fmla="*/ 395234 w 2892338"/>
              <a:gd name="connsiteY537" fmla="*/ 50542 h 1088703"/>
              <a:gd name="connsiteX538" fmla="*/ 369963 w 2892338"/>
              <a:gd name="connsiteY538" fmla="*/ 25271 h 1088703"/>
              <a:gd name="connsiteX539" fmla="*/ 395234 w 2892338"/>
              <a:gd name="connsiteY539" fmla="*/ 0 h 1088703"/>
              <a:gd name="connsiteX540" fmla="*/ 580214 w 2892338"/>
              <a:gd name="connsiteY540" fmla="*/ 0 h 1088703"/>
              <a:gd name="connsiteX541" fmla="*/ 605486 w 2892338"/>
              <a:gd name="connsiteY541" fmla="*/ 25271 h 1088703"/>
              <a:gd name="connsiteX542" fmla="*/ 580214 w 2892338"/>
              <a:gd name="connsiteY542" fmla="*/ 50542 h 1088703"/>
              <a:gd name="connsiteX543" fmla="*/ 554943 w 2892338"/>
              <a:gd name="connsiteY543" fmla="*/ 25271 h 1088703"/>
              <a:gd name="connsiteX544" fmla="*/ 580214 w 2892338"/>
              <a:gd name="connsiteY544" fmla="*/ 0 h 1088703"/>
              <a:gd name="connsiteX545" fmla="*/ 765193 w 2892338"/>
              <a:gd name="connsiteY545" fmla="*/ 0 h 1088703"/>
              <a:gd name="connsiteX546" fmla="*/ 790464 w 2892338"/>
              <a:gd name="connsiteY546" fmla="*/ 25271 h 1088703"/>
              <a:gd name="connsiteX547" fmla="*/ 765193 w 2892338"/>
              <a:gd name="connsiteY547" fmla="*/ 50542 h 1088703"/>
              <a:gd name="connsiteX548" fmla="*/ 739922 w 2892338"/>
              <a:gd name="connsiteY548" fmla="*/ 25271 h 1088703"/>
              <a:gd name="connsiteX549" fmla="*/ 765193 w 2892338"/>
              <a:gd name="connsiteY549" fmla="*/ 0 h 1088703"/>
              <a:gd name="connsiteX550" fmla="*/ 950173 w 2892338"/>
              <a:gd name="connsiteY550" fmla="*/ 0 h 1088703"/>
              <a:gd name="connsiteX551" fmla="*/ 975442 w 2892338"/>
              <a:gd name="connsiteY551" fmla="*/ 25271 h 1088703"/>
              <a:gd name="connsiteX552" fmla="*/ 950173 w 2892338"/>
              <a:gd name="connsiteY552" fmla="*/ 50542 h 1088703"/>
              <a:gd name="connsiteX553" fmla="*/ 924902 w 2892338"/>
              <a:gd name="connsiteY553" fmla="*/ 25271 h 1088703"/>
              <a:gd name="connsiteX554" fmla="*/ 950173 w 2892338"/>
              <a:gd name="connsiteY554" fmla="*/ 0 h 1088703"/>
              <a:gd name="connsiteX555" fmla="*/ 1135152 w 2892338"/>
              <a:gd name="connsiteY555" fmla="*/ 0 h 1088703"/>
              <a:gd name="connsiteX556" fmla="*/ 1160423 w 2892338"/>
              <a:gd name="connsiteY556" fmla="*/ 25271 h 1088703"/>
              <a:gd name="connsiteX557" fmla="*/ 1135152 w 2892338"/>
              <a:gd name="connsiteY557" fmla="*/ 50542 h 1088703"/>
              <a:gd name="connsiteX558" fmla="*/ 1109881 w 2892338"/>
              <a:gd name="connsiteY558" fmla="*/ 25271 h 1088703"/>
              <a:gd name="connsiteX559" fmla="*/ 1135152 w 2892338"/>
              <a:gd name="connsiteY559" fmla="*/ 0 h 1088703"/>
            </a:gdLst>
            <a:ahLst/>
            <a:cxnLst/>
            <a:rect l="l" t="t" r="r" b="b"/>
            <a:pathLst>
              <a:path w="2892338" h="1088703">
                <a:moveTo>
                  <a:pt x="2867067" y="1038161"/>
                </a:moveTo>
                <a:cubicBezTo>
                  <a:pt x="2881024" y="1038161"/>
                  <a:pt x="2892338" y="1049475"/>
                  <a:pt x="2892338" y="1063432"/>
                </a:cubicBezTo>
                <a:cubicBezTo>
                  <a:pt x="2892338" y="1077389"/>
                  <a:pt x="2881024" y="1088703"/>
                  <a:pt x="2867067" y="1088703"/>
                </a:cubicBezTo>
                <a:cubicBezTo>
                  <a:pt x="2853110" y="1088703"/>
                  <a:pt x="2841796" y="1077389"/>
                  <a:pt x="2841796" y="1063432"/>
                </a:cubicBezTo>
                <a:cubicBezTo>
                  <a:pt x="2841796" y="1049475"/>
                  <a:pt x="2853110" y="1038161"/>
                  <a:pt x="2867067" y="1038161"/>
                </a:cubicBezTo>
                <a:close/>
                <a:moveTo>
                  <a:pt x="2682086" y="1038161"/>
                </a:moveTo>
                <a:cubicBezTo>
                  <a:pt x="2696043" y="1038161"/>
                  <a:pt x="2707357" y="1049475"/>
                  <a:pt x="2707357" y="1063432"/>
                </a:cubicBezTo>
                <a:cubicBezTo>
                  <a:pt x="2707357" y="1077389"/>
                  <a:pt x="2696043" y="1088703"/>
                  <a:pt x="2682086" y="1088703"/>
                </a:cubicBezTo>
                <a:cubicBezTo>
                  <a:pt x="2668129" y="1088703"/>
                  <a:pt x="2656815" y="1077389"/>
                  <a:pt x="2656815" y="1063432"/>
                </a:cubicBezTo>
                <a:cubicBezTo>
                  <a:pt x="2656815" y="1049475"/>
                  <a:pt x="2668129" y="1038161"/>
                  <a:pt x="2682086" y="1038161"/>
                </a:cubicBezTo>
                <a:close/>
                <a:moveTo>
                  <a:pt x="2497106" y="1038161"/>
                </a:moveTo>
                <a:cubicBezTo>
                  <a:pt x="2511063" y="1038161"/>
                  <a:pt x="2522377" y="1049475"/>
                  <a:pt x="2522377" y="1063432"/>
                </a:cubicBezTo>
                <a:cubicBezTo>
                  <a:pt x="2522377" y="1077389"/>
                  <a:pt x="2511063" y="1088703"/>
                  <a:pt x="2497106" y="1088703"/>
                </a:cubicBezTo>
                <a:cubicBezTo>
                  <a:pt x="2483149" y="1088703"/>
                  <a:pt x="2471835" y="1077389"/>
                  <a:pt x="2471835" y="1063432"/>
                </a:cubicBezTo>
                <a:cubicBezTo>
                  <a:pt x="2471835" y="1049475"/>
                  <a:pt x="2483149" y="1038161"/>
                  <a:pt x="2497106" y="1038161"/>
                </a:cubicBezTo>
                <a:close/>
                <a:moveTo>
                  <a:pt x="2312127" y="1038161"/>
                </a:moveTo>
                <a:cubicBezTo>
                  <a:pt x="2326084" y="1038161"/>
                  <a:pt x="2337398" y="1049475"/>
                  <a:pt x="2337398" y="1063432"/>
                </a:cubicBezTo>
                <a:cubicBezTo>
                  <a:pt x="2337398" y="1077389"/>
                  <a:pt x="2326084" y="1088703"/>
                  <a:pt x="2312127" y="1088703"/>
                </a:cubicBezTo>
                <a:cubicBezTo>
                  <a:pt x="2298170" y="1088703"/>
                  <a:pt x="2286856" y="1077389"/>
                  <a:pt x="2286856" y="1063432"/>
                </a:cubicBezTo>
                <a:cubicBezTo>
                  <a:pt x="2286856" y="1049475"/>
                  <a:pt x="2298170" y="1038161"/>
                  <a:pt x="2312127" y="1038161"/>
                </a:cubicBezTo>
                <a:close/>
                <a:moveTo>
                  <a:pt x="2127147" y="1038161"/>
                </a:moveTo>
                <a:cubicBezTo>
                  <a:pt x="2141104" y="1038161"/>
                  <a:pt x="2152418" y="1049475"/>
                  <a:pt x="2152418" y="1063432"/>
                </a:cubicBezTo>
                <a:cubicBezTo>
                  <a:pt x="2152418" y="1077389"/>
                  <a:pt x="2141104" y="1088703"/>
                  <a:pt x="2127147" y="1088703"/>
                </a:cubicBezTo>
                <a:cubicBezTo>
                  <a:pt x="2113190" y="1088703"/>
                  <a:pt x="2101876" y="1077389"/>
                  <a:pt x="2101876" y="1063432"/>
                </a:cubicBezTo>
                <a:cubicBezTo>
                  <a:pt x="2101876" y="1049475"/>
                  <a:pt x="2113190" y="1038161"/>
                  <a:pt x="2127147" y="1038161"/>
                </a:cubicBezTo>
                <a:close/>
                <a:moveTo>
                  <a:pt x="1942166" y="1038161"/>
                </a:moveTo>
                <a:cubicBezTo>
                  <a:pt x="1956123" y="1038161"/>
                  <a:pt x="1967437" y="1049475"/>
                  <a:pt x="1967437" y="1063432"/>
                </a:cubicBezTo>
                <a:cubicBezTo>
                  <a:pt x="1967437" y="1077389"/>
                  <a:pt x="1956123" y="1088703"/>
                  <a:pt x="1942166" y="1088703"/>
                </a:cubicBezTo>
                <a:cubicBezTo>
                  <a:pt x="1928209" y="1088703"/>
                  <a:pt x="1916895" y="1077389"/>
                  <a:pt x="1916895" y="1063432"/>
                </a:cubicBezTo>
                <a:cubicBezTo>
                  <a:pt x="1916895" y="1049475"/>
                  <a:pt x="1928209" y="1038161"/>
                  <a:pt x="1942166" y="1038161"/>
                </a:cubicBezTo>
                <a:close/>
                <a:moveTo>
                  <a:pt x="1757186" y="1038161"/>
                </a:moveTo>
                <a:cubicBezTo>
                  <a:pt x="1771143" y="1038161"/>
                  <a:pt x="1782457" y="1049475"/>
                  <a:pt x="1782457" y="1063432"/>
                </a:cubicBezTo>
                <a:cubicBezTo>
                  <a:pt x="1782457" y="1077389"/>
                  <a:pt x="1771143" y="1088703"/>
                  <a:pt x="1757186" y="1088703"/>
                </a:cubicBezTo>
                <a:cubicBezTo>
                  <a:pt x="1743229" y="1088703"/>
                  <a:pt x="1731915" y="1077389"/>
                  <a:pt x="1731915" y="1063432"/>
                </a:cubicBezTo>
                <a:cubicBezTo>
                  <a:pt x="1731915" y="1049475"/>
                  <a:pt x="1743229" y="1038161"/>
                  <a:pt x="1757186" y="1038161"/>
                </a:cubicBezTo>
                <a:close/>
                <a:moveTo>
                  <a:pt x="1135152" y="1019893"/>
                </a:moveTo>
                <a:cubicBezTo>
                  <a:pt x="1149109" y="1019893"/>
                  <a:pt x="1160423" y="1031207"/>
                  <a:pt x="1160423" y="1045164"/>
                </a:cubicBezTo>
                <a:cubicBezTo>
                  <a:pt x="1160423" y="1059121"/>
                  <a:pt x="1149109" y="1070435"/>
                  <a:pt x="1135152" y="1070435"/>
                </a:cubicBezTo>
                <a:cubicBezTo>
                  <a:pt x="1121195" y="1070435"/>
                  <a:pt x="1109881" y="1059121"/>
                  <a:pt x="1109881" y="1045164"/>
                </a:cubicBezTo>
                <a:cubicBezTo>
                  <a:pt x="1109881" y="1031207"/>
                  <a:pt x="1121195" y="1019893"/>
                  <a:pt x="1135152" y="1019893"/>
                </a:cubicBezTo>
                <a:close/>
                <a:moveTo>
                  <a:pt x="950171" y="1019893"/>
                </a:moveTo>
                <a:cubicBezTo>
                  <a:pt x="964128" y="1019893"/>
                  <a:pt x="975442" y="1031207"/>
                  <a:pt x="975442" y="1045164"/>
                </a:cubicBezTo>
                <a:cubicBezTo>
                  <a:pt x="975442" y="1059121"/>
                  <a:pt x="964128" y="1070435"/>
                  <a:pt x="950171" y="1070435"/>
                </a:cubicBezTo>
                <a:cubicBezTo>
                  <a:pt x="936214" y="1070435"/>
                  <a:pt x="924900" y="1059121"/>
                  <a:pt x="924900" y="1045164"/>
                </a:cubicBezTo>
                <a:cubicBezTo>
                  <a:pt x="924900" y="1031207"/>
                  <a:pt x="936214" y="1019893"/>
                  <a:pt x="950171" y="1019893"/>
                </a:cubicBezTo>
                <a:close/>
                <a:moveTo>
                  <a:pt x="765191" y="1019893"/>
                </a:moveTo>
                <a:cubicBezTo>
                  <a:pt x="779148" y="1019893"/>
                  <a:pt x="790462" y="1031207"/>
                  <a:pt x="790462" y="1045164"/>
                </a:cubicBezTo>
                <a:cubicBezTo>
                  <a:pt x="790462" y="1059121"/>
                  <a:pt x="779148" y="1070435"/>
                  <a:pt x="765191" y="1070435"/>
                </a:cubicBezTo>
                <a:cubicBezTo>
                  <a:pt x="751234" y="1070435"/>
                  <a:pt x="739920" y="1059121"/>
                  <a:pt x="739920" y="1045164"/>
                </a:cubicBezTo>
                <a:cubicBezTo>
                  <a:pt x="739920" y="1031207"/>
                  <a:pt x="751234" y="1019893"/>
                  <a:pt x="765191" y="1019893"/>
                </a:cubicBezTo>
                <a:close/>
                <a:moveTo>
                  <a:pt x="580212" y="1019893"/>
                </a:moveTo>
                <a:cubicBezTo>
                  <a:pt x="594169" y="1019893"/>
                  <a:pt x="605483" y="1031207"/>
                  <a:pt x="605483" y="1045164"/>
                </a:cubicBezTo>
                <a:cubicBezTo>
                  <a:pt x="605483" y="1059121"/>
                  <a:pt x="594169" y="1070435"/>
                  <a:pt x="580212" y="1070435"/>
                </a:cubicBezTo>
                <a:cubicBezTo>
                  <a:pt x="566255" y="1070435"/>
                  <a:pt x="554941" y="1059121"/>
                  <a:pt x="554941" y="1045164"/>
                </a:cubicBezTo>
                <a:cubicBezTo>
                  <a:pt x="554941" y="1031207"/>
                  <a:pt x="566255" y="1019893"/>
                  <a:pt x="580212" y="1019893"/>
                </a:cubicBezTo>
                <a:close/>
                <a:moveTo>
                  <a:pt x="395232" y="1019893"/>
                </a:moveTo>
                <a:cubicBezTo>
                  <a:pt x="409189" y="1019893"/>
                  <a:pt x="420503" y="1031207"/>
                  <a:pt x="420503" y="1045164"/>
                </a:cubicBezTo>
                <a:cubicBezTo>
                  <a:pt x="420503" y="1059121"/>
                  <a:pt x="409189" y="1070435"/>
                  <a:pt x="395232" y="1070435"/>
                </a:cubicBezTo>
                <a:cubicBezTo>
                  <a:pt x="381275" y="1070435"/>
                  <a:pt x="369961" y="1059121"/>
                  <a:pt x="369961" y="1045164"/>
                </a:cubicBezTo>
                <a:cubicBezTo>
                  <a:pt x="369961" y="1031207"/>
                  <a:pt x="381275" y="1019893"/>
                  <a:pt x="395232" y="1019893"/>
                </a:cubicBezTo>
                <a:close/>
                <a:moveTo>
                  <a:pt x="210251" y="1019893"/>
                </a:moveTo>
                <a:cubicBezTo>
                  <a:pt x="224208" y="1019893"/>
                  <a:pt x="235522" y="1031207"/>
                  <a:pt x="235522" y="1045164"/>
                </a:cubicBezTo>
                <a:cubicBezTo>
                  <a:pt x="235522" y="1059121"/>
                  <a:pt x="224208" y="1070435"/>
                  <a:pt x="210251" y="1070435"/>
                </a:cubicBezTo>
                <a:cubicBezTo>
                  <a:pt x="196294" y="1070435"/>
                  <a:pt x="184980" y="1059121"/>
                  <a:pt x="184980" y="1045164"/>
                </a:cubicBezTo>
                <a:cubicBezTo>
                  <a:pt x="184980" y="1031207"/>
                  <a:pt x="196294" y="1019893"/>
                  <a:pt x="210251" y="1019893"/>
                </a:cubicBezTo>
                <a:close/>
                <a:moveTo>
                  <a:pt x="25271" y="1019893"/>
                </a:moveTo>
                <a:cubicBezTo>
                  <a:pt x="39228" y="1019893"/>
                  <a:pt x="50542" y="1031207"/>
                  <a:pt x="50542" y="1045164"/>
                </a:cubicBezTo>
                <a:cubicBezTo>
                  <a:pt x="50542" y="1059121"/>
                  <a:pt x="39228" y="1070435"/>
                  <a:pt x="25271" y="1070435"/>
                </a:cubicBezTo>
                <a:cubicBezTo>
                  <a:pt x="11314" y="1070435"/>
                  <a:pt x="0" y="1059121"/>
                  <a:pt x="0" y="1045164"/>
                </a:cubicBezTo>
                <a:cubicBezTo>
                  <a:pt x="0" y="1031207"/>
                  <a:pt x="11314" y="1019893"/>
                  <a:pt x="25271" y="1019893"/>
                </a:cubicBezTo>
                <a:close/>
                <a:moveTo>
                  <a:pt x="2867067" y="892462"/>
                </a:moveTo>
                <a:cubicBezTo>
                  <a:pt x="2881024" y="892462"/>
                  <a:pt x="2892338" y="903776"/>
                  <a:pt x="2892338" y="917733"/>
                </a:cubicBezTo>
                <a:cubicBezTo>
                  <a:pt x="2892338" y="931690"/>
                  <a:pt x="2881024" y="943004"/>
                  <a:pt x="2867067" y="943004"/>
                </a:cubicBezTo>
                <a:cubicBezTo>
                  <a:pt x="2853110" y="943004"/>
                  <a:pt x="2841796" y="931690"/>
                  <a:pt x="2841796" y="917733"/>
                </a:cubicBezTo>
                <a:cubicBezTo>
                  <a:pt x="2841796" y="903776"/>
                  <a:pt x="2853110" y="892462"/>
                  <a:pt x="2867067" y="892462"/>
                </a:cubicBezTo>
                <a:close/>
                <a:moveTo>
                  <a:pt x="2682086" y="892462"/>
                </a:moveTo>
                <a:cubicBezTo>
                  <a:pt x="2696043" y="892462"/>
                  <a:pt x="2707357" y="903776"/>
                  <a:pt x="2707357" y="917733"/>
                </a:cubicBezTo>
                <a:cubicBezTo>
                  <a:pt x="2707357" y="931690"/>
                  <a:pt x="2696043" y="943004"/>
                  <a:pt x="2682086" y="943004"/>
                </a:cubicBezTo>
                <a:cubicBezTo>
                  <a:pt x="2668129" y="943004"/>
                  <a:pt x="2656815" y="931690"/>
                  <a:pt x="2656815" y="917733"/>
                </a:cubicBezTo>
                <a:cubicBezTo>
                  <a:pt x="2656815" y="903776"/>
                  <a:pt x="2668129" y="892462"/>
                  <a:pt x="2682086" y="892462"/>
                </a:cubicBezTo>
                <a:close/>
                <a:moveTo>
                  <a:pt x="2497106" y="892462"/>
                </a:moveTo>
                <a:cubicBezTo>
                  <a:pt x="2511063" y="892462"/>
                  <a:pt x="2522377" y="903776"/>
                  <a:pt x="2522377" y="917733"/>
                </a:cubicBezTo>
                <a:cubicBezTo>
                  <a:pt x="2522377" y="931690"/>
                  <a:pt x="2511063" y="943004"/>
                  <a:pt x="2497106" y="943004"/>
                </a:cubicBezTo>
                <a:cubicBezTo>
                  <a:pt x="2483149" y="943004"/>
                  <a:pt x="2471835" y="931690"/>
                  <a:pt x="2471835" y="917733"/>
                </a:cubicBezTo>
                <a:cubicBezTo>
                  <a:pt x="2471835" y="903776"/>
                  <a:pt x="2483149" y="892462"/>
                  <a:pt x="2497106" y="892462"/>
                </a:cubicBezTo>
                <a:close/>
                <a:moveTo>
                  <a:pt x="2312127" y="892462"/>
                </a:moveTo>
                <a:cubicBezTo>
                  <a:pt x="2326084" y="892462"/>
                  <a:pt x="2337398" y="903776"/>
                  <a:pt x="2337398" y="917733"/>
                </a:cubicBezTo>
                <a:cubicBezTo>
                  <a:pt x="2337398" y="931690"/>
                  <a:pt x="2326084" y="943004"/>
                  <a:pt x="2312127" y="943004"/>
                </a:cubicBezTo>
                <a:cubicBezTo>
                  <a:pt x="2298170" y="943004"/>
                  <a:pt x="2286856" y="931690"/>
                  <a:pt x="2286856" y="917733"/>
                </a:cubicBezTo>
                <a:cubicBezTo>
                  <a:pt x="2286856" y="903776"/>
                  <a:pt x="2298170" y="892462"/>
                  <a:pt x="2312127" y="892462"/>
                </a:cubicBezTo>
                <a:close/>
                <a:moveTo>
                  <a:pt x="2127147" y="892462"/>
                </a:moveTo>
                <a:cubicBezTo>
                  <a:pt x="2141104" y="892462"/>
                  <a:pt x="2152418" y="903776"/>
                  <a:pt x="2152418" y="917733"/>
                </a:cubicBezTo>
                <a:cubicBezTo>
                  <a:pt x="2152418" y="931690"/>
                  <a:pt x="2141104" y="943004"/>
                  <a:pt x="2127147" y="943004"/>
                </a:cubicBezTo>
                <a:cubicBezTo>
                  <a:pt x="2113190" y="943004"/>
                  <a:pt x="2101876" y="931690"/>
                  <a:pt x="2101876" y="917733"/>
                </a:cubicBezTo>
                <a:cubicBezTo>
                  <a:pt x="2101876" y="903776"/>
                  <a:pt x="2113190" y="892462"/>
                  <a:pt x="2127147" y="892462"/>
                </a:cubicBezTo>
                <a:close/>
                <a:moveTo>
                  <a:pt x="1942166" y="892462"/>
                </a:moveTo>
                <a:cubicBezTo>
                  <a:pt x="1956123" y="892462"/>
                  <a:pt x="1967437" y="903776"/>
                  <a:pt x="1967437" y="917733"/>
                </a:cubicBezTo>
                <a:cubicBezTo>
                  <a:pt x="1967437" y="931690"/>
                  <a:pt x="1956123" y="943004"/>
                  <a:pt x="1942166" y="943004"/>
                </a:cubicBezTo>
                <a:cubicBezTo>
                  <a:pt x="1928209" y="943004"/>
                  <a:pt x="1916895" y="931690"/>
                  <a:pt x="1916895" y="917733"/>
                </a:cubicBezTo>
                <a:cubicBezTo>
                  <a:pt x="1916895" y="903776"/>
                  <a:pt x="1928209" y="892462"/>
                  <a:pt x="1942166" y="892462"/>
                </a:cubicBezTo>
                <a:close/>
                <a:moveTo>
                  <a:pt x="1757186" y="892462"/>
                </a:moveTo>
                <a:cubicBezTo>
                  <a:pt x="1771143" y="892462"/>
                  <a:pt x="1782457" y="903776"/>
                  <a:pt x="1782457" y="917733"/>
                </a:cubicBezTo>
                <a:cubicBezTo>
                  <a:pt x="1782457" y="931690"/>
                  <a:pt x="1771143" y="943004"/>
                  <a:pt x="1757186" y="943004"/>
                </a:cubicBezTo>
                <a:cubicBezTo>
                  <a:pt x="1743229" y="943004"/>
                  <a:pt x="1731915" y="931690"/>
                  <a:pt x="1731915" y="917733"/>
                </a:cubicBezTo>
                <a:cubicBezTo>
                  <a:pt x="1731915" y="903776"/>
                  <a:pt x="1743229" y="892462"/>
                  <a:pt x="1757186" y="892462"/>
                </a:cubicBezTo>
                <a:close/>
                <a:moveTo>
                  <a:pt x="1135152" y="874194"/>
                </a:moveTo>
                <a:cubicBezTo>
                  <a:pt x="1149109" y="874194"/>
                  <a:pt x="1160423" y="885508"/>
                  <a:pt x="1160423" y="899465"/>
                </a:cubicBezTo>
                <a:cubicBezTo>
                  <a:pt x="1160423" y="913422"/>
                  <a:pt x="1149109" y="924736"/>
                  <a:pt x="1135152" y="924736"/>
                </a:cubicBezTo>
                <a:cubicBezTo>
                  <a:pt x="1121195" y="924736"/>
                  <a:pt x="1109881" y="913422"/>
                  <a:pt x="1109881" y="899465"/>
                </a:cubicBezTo>
                <a:cubicBezTo>
                  <a:pt x="1109881" y="885508"/>
                  <a:pt x="1121195" y="874194"/>
                  <a:pt x="1135152" y="874194"/>
                </a:cubicBezTo>
                <a:close/>
                <a:moveTo>
                  <a:pt x="950171" y="874194"/>
                </a:moveTo>
                <a:cubicBezTo>
                  <a:pt x="964128" y="874194"/>
                  <a:pt x="975442" y="885508"/>
                  <a:pt x="975442" y="899465"/>
                </a:cubicBezTo>
                <a:cubicBezTo>
                  <a:pt x="975442" y="913422"/>
                  <a:pt x="964128" y="924736"/>
                  <a:pt x="950171" y="924736"/>
                </a:cubicBezTo>
                <a:cubicBezTo>
                  <a:pt x="936214" y="924736"/>
                  <a:pt x="924900" y="913422"/>
                  <a:pt x="924900" y="899465"/>
                </a:cubicBezTo>
                <a:cubicBezTo>
                  <a:pt x="924900" y="885508"/>
                  <a:pt x="936214" y="874194"/>
                  <a:pt x="950171" y="874194"/>
                </a:cubicBezTo>
                <a:close/>
                <a:moveTo>
                  <a:pt x="765191" y="874194"/>
                </a:moveTo>
                <a:cubicBezTo>
                  <a:pt x="779148" y="874194"/>
                  <a:pt x="790462" y="885508"/>
                  <a:pt x="790462" y="899465"/>
                </a:cubicBezTo>
                <a:cubicBezTo>
                  <a:pt x="790462" y="913422"/>
                  <a:pt x="779148" y="924736"/>
                  <a:pt x="765191" y="924736"/>
                </a:cubicBezTo>
                <a:cubicBezTo>
                  <a:pt x="751234" y="924736"/>
                  <a:pt x="739920" y="913422"/>
                  <a:pt x="739920" y="899465"/>
                </a:cubicBezTo>
                <a:cubicBezTo>
                  <a:pt x="739920" y="885508"/>
                  <a:pt x="751234" y="874194"/>
                  <a:pt x="765191" y="874194"/>
                </a:cubicBezTo>
                <a:close/>
                <a:moveTo>
                  <a:pt x="580212" y="874194"/>
                </a:moveTo>
                <a:cubicBezTo>
                  <a:pt x="594169" y="874194"/>
                  <a:pt x="605483" y="885508"/>
                  <a:pt x="605483" y="899465"/>
                </a:cubicBezTo>
                <a:cubicBezTo>
                  <a:pt x="605483" y="913422"/>
                  <a:pt x="594169" y="924736"/>
                  <a:pt x="580212" y="924736"/>
                </a:cubicBezTo>
                <a:cubicBezTo>
                  <a:pt x="566255" y="924736"/>
                  <a:pt x="554942" y="913422"/>
                  <a:pt x="554942" y="899465"/>
                </a:cubicBezTo>
                <a:cubicBezTo>
                  <a:pt x="554942" y="885508"/>
                  <a:pt x="566255" y="874194"/>
                  <a:pt x="580212" y="874194"/>
                </a:cubicBezTo>
                <a:close/>
                <a:moveTo>
                  <a:pt x="395232" y="874194"/>
                </a:moveTo>
                <a:cubicBezTo>
                  <a:pt x="409189" y="874194"/>
                  <a:pt x="420503" y="885508"/>
                  <a:pt x="420503" y="899465"/>
                </a:cubicBezTo>
                <a:cubicBezTo>
                  <a:pt x="420503" y="913422"/>
                  <a:pt x="409189" y="924736"/>
                  <a:pt x="395232" y="924736"/>
                </a:cubicBezTo>
                <a:cubicBezTo>
                  <a:pt x="381275" y="924736"/>
                  <a:pt x="369961" y="913422"/>
                  <a:pt x="369961" y="899465"/>
                </a:cubicBezTo>
                <a:cubicBezTo>
                  <a:pt x="369961" y="885508"/>
                  <a:pt x="381275" y="874194"/>
                  <a:pt x="395232" y="874194"/>
                </a:cubicBezTo>
                <a:close/>
                <a:moveTo>
                  <a:pt x="210251" y="874194"/>
                </a:moveTo>
                <a:cubicBezTo>
                  <a:pt x="224208" y="874194"/>
                  <a:pt x="235522" y="885508"/>
                  <a:pt x="235522" y="899465"/>
                </a:cubicBezTo>
                <a:cubicBezTo>
                  <a:pt x="235522" y="913422"/>
                  <a:pt x="224208" y="924736"/>
                  <a:pt x="210251" y="924736"/>
                </a:cubicBezTo>
                <a:cubicBezTo>
                  <a:pt x="196294" y="924736"/>
                  <a:pt x="184980" y="913422"/>
                  <a:pt x="184980" y="899465"/>
                </a:cubicBezTo>
                <a:cubicBezTo>
                  <a:pt x="184980" y="885508"/>
                  <a:pt x="196294" y="874194"/>
                  <a:pt x="210251" y="874194"/>
                </a:cubicBezTo>
                <a:close/>
                <a:moveTo>
                  <a:pt x="25272" y="874194"/>
                </a:moveTo>
                <a:cubicBezTo>
                  <a:pt x="39229" y="874194"/>
                  <a:pt x="50543" y="885508"/>
                  <a:pt x="50543" y="899465"/>
                </a:cubicBezTo>
                <a:cubicBezTo>
                  <a:pt x="50543" y="913422"/>
                  <a:pt x="39229" y="924736"/>
                  <a:pt x="25272" y="924736"/>
                </a:cubicBezTo>
                <a:cubicBezTo>
                  <a:pt x="11315" y="924736"/>
                  <a:pt x="1" y="913422"/>
                  <a:pt x="1" y="899465"/>
                </a:cubicBezTo>
                <a:cubicBezTo>
                  <a:pt x="1" y="885508"/>
                  <a:pt x="11315" y="874194"/>
                  <a:pt x="25272" y="874194"/>
                </a:cubicBezTo>
                <a:close/>
                <a:moveTo>
                  <a:pt x="2867067" y="746763"/>
                </a:moveTo>
                <a:cubicBezTo>
                  <a:pt x="2881024" y="746763"/>
                  <a:pt x="2892338" y="758077"/>
                  <a:pt x="2892338" y="772034"/>
                </a:cubicBezTo>
                <a:cubicBezTo>
                  <a:pt x="2892338" y="785991"/>
                  <a:pt x="2881024" y="797305"/>
                  <a:pt x="2867067" y="797305"/>
                </a:cubicBezTo>
                <a:cubicBezTo>
                  <a:pt x="2853110" y="797305"/>
                  <a:pt x="2841796" y="785991"/>
                  <a:pt x="2841796" y="772034"/>
                </a:cubicBezTo>
                <a:cubicBezTo>
                  <a:pt x="2841796" y="758077"/>
                  <a:pt x="2853110" y="746763"/>
                  <a:pt x="2867067" y="746763"/>
                </a:cubicBezTo>
                <a:close/>
                <a:moveTo>
                  <a:pt x="2682086" y="746763"/>
                </a:moveTo>
                <a:cubicBezTo>
                  <a:pt x="2696043" y="746763"/>
                  <a:pt x="2707357" y="758077"/>
                  <a:pt x="2707357" y="772034"/>
                </a:cubicBezTo>
                <a:cubicBezTo>
                  <a:pt x="2707357" y="785991"/>
                  <a:pt x="2696043" y="797305"/>
                  <a:pt x="2682086" y="797305"/>
                </a:cubicBezTo>
                <a:cubicBezTo>
                  <a:pt x="2668129" y="797305"/>
                  <a:pt x="2656815" y="785991"/>
                  <a:pt x="2656815" y="772034"/>
                </a:cubicBezTo>
                <a:cubicBezTo>
                  <a:pt x="2656815" y="758077"/>
                  <a:pt x="2668129" y="746763"/>
                  <a:pt x="2682086" y="746763"/>
                </a:cubicBezTo>
                <a:close/>
                <a:moveTo>
                  <a:pt x="2497106" y="746763"/>
                </a:moveTo>
                <a:cubicBezTo>
                  <a:pt x="2511063" y="746763"/>
                  <a:pt x="2522377" y="758077"/>
                  <a:pt x="2522377" y="772034"/>
                </a:cubicBezTo>
                <a:cubicBezTo>
                  <a:pt x="2522377" y="785991"/>
                  <a:pt x="2511063" y="797305"/>
                  <a:pt x="2497106" y="797305"/>
                </a:cubicBezTo>
                <a:cubicBezTo>
                  <a:pt x="2483149" y="797305"/>
                  <a:pt x="2471835" y="785991"/>
                  <a:pt x="2471835" y="772034"/>
                </a:cubicBezTo>
                <a:cubicBezTo>
                  <a:pt x="2471835" y="758077"/>
                  <a:pt x="2483149" y="746763"/>
                  <a:pt x="2497106" y="746763"/>
                </a:cubicBezTo>
                <a:close/>
                <a:moveTo>
                  <a:pt x="2312127" y="746763"/>
                </a:moveTo>
                <a:cubicBezTo>
                  <a:pt x="2326084" y="746763"/>
                  <a:pt x="2337398" y="758077"/>
                  <a:pt x="2337398" y="772034"/>
                </a:cubicBezTo>
                <a:cubicBezTo>
                  <a:pt x="2337398" y="785991"/>
                  <a:pt x="2326084" y="797305"/>
                  <a:pt x="2312127" y="797305"/>
                </a:cubicBezTo>
                <a:cubicBezTo>
                  <a:pt x="2298170" y="797305"/>
                  <a:pt x="2286856" y="785991"/>
                  <a:pt x="2286856" y="772034"/>
                </a:cubicBezTo>
                <a:cubicBezTo>
                  <a:pt x="2286856" y="758077"/>
                  <a:pt x="2298170" y="746763"/>
                  <a:pt x="2312127" y="746763"/>
                </a:cubicBezTo>
                <a:close/>
                <a:moveTo>
                  <a:pt x="2127147" y="746763"/>
                </a:moveTo>
                <a:cubicBezTo>
                  <a:pt x="2141104" y="746763"/>
                  <a:pt x="2152418" y="758077"/>
                  <a:pt x="2152418" y="772034"/>
                </a:cubicBezTo>
                <a:cubicBezTo>
                  <a:pt x="2152418" y="785991"/>
                  <a:pt x="2141104" y="797305"/>
                  <a:pt x="2127147" y="797305"/>
                </a:cubicBezTo>
                <a:cubicBezTo>
                  <a:pt x="2113190" y="797305"/>
                  <a:pt x="2101876" y="785991"/>
                  <a:pt x="2101876" y="772034"/>
                </a:cubicBezTo>
                <a:cubicBezTo>
                  <a:pt x="2101876" y="758077"/>
                  <a:pt x="2113190" y="746763"/>
                  <a:pt x="2127147" y="746763"/>
                </a:cubicBezTo>
                <a:close/>
                <a:moveTo>
                  <a:pt x="1942166" y="746763"/>
                </a:moveTo>
                <a:cubicBezTo>
                  <a:pt x="1956123" y="746763"/>
                  <a:pt x="1967437" y="758077"/>
                  <a:pt x="1967437" y="772034"/>
                </a:cubicBezTo>
                <a:cubicBezTo>
                  <a:pt x="1967437" y="785991"/>
                  <a:pt x="1956123" y="797305"/>
                  <a:pt x="1942166" y="797305"/>
                </a:cubicBezTo>
                <a:cubicBezTo>
                  <a:pt x="1928209" y="797305"/>
                  <a:pt x="1916895" y="785991"/>
                  <a:pt x="1916895" y="772034"/>
                </a:cubicBezTo>
                <a:cubicBezTo>
                  <a:pt x="1916895" y="758077"/>
                  <a:pt x="1928209" y="746763"/>
                  <a:pt x="1942166" y="746763"/>
                </a:cubicBezTo>
                <a:close/>
                <a:moveTo>
                  <a:pt x="1757186" y="746763"/>
                </a:moveTo>
                <a:cubicBezTo>
                  <a:pt x="1771143" y="746763"/>
                  <a:pt x="1782457" y="758077"/>
                  <a:pt x="1782457" y="772034"/>
                </a:cubicBezTo>
                <a:cubicBezTo>
                  <a:pt x="1782457" y="785991"/>
                  <a:pt x="1771143" y="797305"/>
                  <a:pt x="1757186" y="797305"/>
                </a:cubicBezTo>
                <a:cubicBezTo>
                  <a:pt x="1743229" y="797305"/>
                  <a:pt x="1731915" y="785991"/>
                  <a:pt x="1731915" y="772034"/>
                </a:cubicBezTo>
                <a:cubicBezTo>
                  <a:pt x="1731915" y="758077"/>
                  <a:pt x="1743229" y="746763"/>
                  <a:pt x="1757186" y="746763"/>
                </a:cubicBezTo>
                <a:close/>
                <a:moveTo>
                  <a:pt x="1135152" y="728495"/>
                </a:moveTo>
                <a:cubicBezTo>
                  <a:pt x="1149109" y="728495"/>
                  <a:pt x="1160423" y="739809"/>
                  <a:pt x="1160423" y="753766"/>
                </a:cubicBezTo>
                <a:cubicBezTo>
                  <a:pt x="1160423" y="767723"/>
                  <a:pt x="1149109" y="779037"/>
                  <a:pt x="1135152" y="779037"/>
                </a:cubicBezTo>
                <a:cubicBezTo>
                  <a:pt x="1121195" y="779037"/>
                  <a:pt x="1109881" y="767723"/>
                  <a:pt x="1109881" y="753766"/>
                </a:cubicBezTo>
                <a:cubicBezTo>
                  <a:pt x="1109881" y="739809"/>
                  <a:pt x="1121195" y="728495"/>
                  <a:pt x="1135152" y="728495"/>
                </a:cubicBezTo>
                <a:close/>
                <a:moveTo>
                  <a:pt x="950172" y="728495"/>
                </a:moveTo>
                <a:cubicBezTo>
                  <a:pt x="964129" y="728495"/>
                  <a:pt x="975442" y="739809"/>
                  <a:pt x="975442" y="753766"/>
                </a:cubicBezTo>
                <a:cubicBezTo>
                  <a:pt x="975442" y="767723"/>
                  <a:pt x="964129" y="779037"/>
                  <a:pt x="950172" y="779037"/>
                </a:cubicBezTo>
                <a:cubicBezTo>
                  <a:pt x="936215" y="779037"/>
                  <a:pt x="924901" y="767723"/>
                  <a:pt x="924901" y="753766"/>
                </a:cubicBezTo>
                <a:cubicBezTo>
                  <a:pt x="924901" y="739809"/>
                  <a:pt x="936215" y="728495"/>
                  <a:pt x="950172" y="728495"/>
                </a:cubicBezTo>
                <a:close/>
                <a:moveTo>
                  <a:pt x="765192" y="728495"/>
                </a:moveTo>
                <a:cubicBezTo>
                  <a:pt x="779149" y="728495"/>
                  <a:pt x="790463" y="739809"/>
                  <a:pt x="790463" y="753766"/>
                </a:cubicBezTo>
                <a:cubicBezTo>
                  <a:pt x="790463" y="767723"/>
                  <a:pt x="779149" y="779037"/>
                  <a:pt x="765192" y="779037"/>
                </a:cubicBezTo>
                <a:cubicBezTo>
                  <a:pt x="751235" y="779037"/>
                  <a:pt x="739920" y="767723"/>
                  <a:pt x="739920" y="753766"/>
                </a:cubicBezTo>
                <a:cubicBezTo>
                  <a:pt x="739920" y="739809"/>
                  <a:pt x="751235" y="728495"/>
                  <a:pt x="765192" y="728495"/>
                </a:cubicBezTo>
                <a:close/>
                <a:moveTo>
                  <a:pt x="580213" y="728495"/>
                </a:moveTo>
                <a:cubicBezTo>
                  <a:pt x="594170" y="728495"/>
                  <a:pt x="605484" y="739809"/>
                  <a:pt x="605484" y="753766"/>
                </a:cubicBezTo>
                <a:cubicBezTo>
                  <a:pt x="605484" y="767723"/>
                  <a:pt x="594170" y="779037"/>
                  <a:pt x="580213" y="779037"/>
                </a:cubicBezTo>
                <a:cubicBezTo>
                  <a:pt x="566256" y="779037"/>
                  <a:pt x="554942" y="767723"/>
                  <a:pt x="554942" y="753766"/>
                </a:cubicBezTo>
                <a:cubicBezTo>
                  <a:pt x="554942" y="739809"/>
                  <a:pt x="566256" y="728495"/>
                  <a:pt x="580213" y="728495"/>
                </a:cubicBezTo>
                <a:close/>
                <a:moveTo>
                  <a:pt x="395233" y="728495"/>
                </a:moveTo>
                <a:cubicBezTo>
                  <a:pt x="409190" y="728495"/>
                  <a:pt x="420504" y="739809"/>
                  <a:pt x="420504" y="753766"/>
                </a:cubicBezTo>
                <a:cubicBezTo>
                  <a:pt x="420504" y="767723"/>
                  <a:pt x="409190" y="779037"/>
                  <a:pt x="395233" y="779037"/>
                </a:cubicBezTo>
                <a:cubicBezTo>
                  <a:pt x="381276" y="779037"/>
                  <a:pt x="369962" y="767723"/>
                  <a:pt x="369962" y="753766"/>
                </a:cubicBezTo>
                <a:cubicBezTo>
                  <a:pt x="369962" y="739809"/>
                  <a:pt x="381276" y="728495"/>
                  <a:pt x="395233" y="728495"/>
                </a:cubicBezTo>
                <a:close/>
                <a:moveTo>
                  <a:pt x="210252" y="728495"/>
                </a:moveTo>
                <a:cubicBezTo>
                  <a:pt x="224209" y="728495"/>
                  <a:pt x="235523" y="739809"/>
                  <a:pt x="235523" y="753766"/>
                </a:cubicBezTo>
                <a:cubicBezTo>
                  <a:pt x="235523" y="767723"/>
                  <a:pt x="224209" y="779037"/>
                  <a:pt x="210252" y="779037"/>
                </a:cubicBezTo>
                <a:cubicBezTo>
                  <a:pt x="196295" y="779037"/>
                  <a:pt x="184981" y="767723"/>
                  <a:pt x="184981" y="753766"/>
                </a:cubicBezTo>
                <a:cubicBezTo>
                  <a:pt x="184981" y="739809"/>
                  <a:pt x="196295" y="728495"/>
                  <a:pt x="210252" y="728495"/>
                </a:cubicBezTo>
                <a:close/>
                <a:moveTo>
                  <a:pt x="25272" y="728495"/>
                </a:moveTo>
                <a:cubicBezTo>
                  <a:pt x="39229" y="728495"/>
                  <a:pt x="50543" y="739809"/>
                  <a:pt x="50543" y="753766"/>
                </a:cubicBezTo>
                <a:cubicBezTo>
                  <a:pt x="50543" y="767723"/>
                  <a:pt x="39229" y="779037"/>
                  <a:pt x="25272" y="779037"/>
                </a:cubicBezTo>
                <a:cubicBezTo>
                  <a:pt x="11315" y="779037"/>
                  <a:pt x="1" y="767723"/>
                  <a:pt x="1" y="753766"/>
                </a:cubicBezTo>
                <a:cubicBezTo>
                  <a:pt x="1" y="739809"/>
                  <a:pt x="11315" y="728495"/>
                  <a:pt x="25272" y="728495"/>
                </a:cubicBezTo>
                <a:close/>
                <a:moveTo>
                  <a:pt x="2867067" y="601064"/>
                </a:moveTo>
                <a:cubicBezTo>
                  <a:pt x="2881024" y="601064"/>
                  <a:pt x="2892338" y="612378"/>
                  <a:pt x="2892338" y="626335"/>
                </a:cubicBezTo>
                <a:cubicBezTo>
                  <a:pt x="2892338" y="640292"/>
                  <a:pt x="2881024" y="651606"/>
                  <a:pt x="2867067" y="651606"/>
                </a:cubicBezTo>
                <a:cubicBezTo>
                  <a:pt x="2853110" y="651606"/>
                  <a:pt x="2841796" y="640292"/>
                  <a:pt x="2841796" y="626335"/>
                </a:cubicBezTo>
                <a:cubicBezTo>
                  <a:pt x="2841796" y="612378"/>
                  <a:pt x="2853110" y="601064"/>
                  <a:pt x="2867067" y="601064"/>
                </a:cubicBezTo>
                <a:close/>
                <a:moveTo>
                  <a:pt x="2682086" y="601064"/>
                </a:moveTo>
                <a:cubicBezTo>
                  <a:pt x="2696043" y="601064"/>
                  <a:pt x="2707357" y="612378"/>
                  <a:pt x="2707357" y="626335"/>
                </a:cubicBezTo>
                <a:cubicBezTo>
                  <a:pt x="2707357" y="640292"/>
                  <a:pt x="2696043" y="651606"/>
                  <a:pt x="2682086" y="651606"/>
                </a:cubicBezTo>
                <a:cubicBezTo>
                  <a:pt x="2668129" y="651606"/>
                  <a:pt x="2656815" y="640292"/>
                  <a:pt x="2656815" y="626335"/>
                </a:cubicBezTo>
                <a:cubicBezTo>
                  <a:pt x="2656815" y="612378"/>
                  <a:pt x="2668129" y="601064"/>
                  <a:pt x="2682086" y="601064"/>
                </a:cubicBezTo>
                <a:close/>
                <a:moveTo>
                  <a:pt x="2497106" y="601064"/>
                </a:moveTo>
                <a:cubicBezTo>
                  <a:pt x="2511063" y="601064"/>
                  <a:pt x="2522377" y="612378"/>
                  <a:pt x="2522377" y="626335"/>
                </a:cubicBezTo>
                <a:cubicBezTo>
                  <a:pt x="2522377" y="640292"/>
                  <a:pt x="2511063" y="651606"/>
                  <a:pt x="2497106" y="651606"/>
                </a:cubicBezTo>
                <a:cubicBezTo>
                  <a:pt x="2483149" y="651606"/>
                  <a:pt x="2471835" y="640292"/>
                  <a:pt x="2471835" y="626335"/>
                </a:cubicBezTo>
                <a:cubicBezTo>
                  <a:pt x="2471835" y="612378"/>
                  <a:pt x="2483149" y="601064"/>
                  <a:pt x="2497106" y="601064"/>
                </a:cubicBezTo>
                <a:close/>
                <a:moveTo>
                  <a:pt x="2312127" y="601064"/>
                </a:moveTo>
                <a:cubicBezTo>
                  <a:pt x="2326084" y="601064"/>
                  <a:pt x="2337398" y="612378"/>
                  <a:pt x="2337398" y="626335"/>
                </a:cubicBezTo>
                <a:cubicBezTo>
                  <a:pt x="2337398" y="640292"/>
                  <a:pt x="2326084" y="651606"/>
                  <a:pt x="2312127" y="651606"/>
                </a:cubicBezTo>
                <a:cubicBezTo>
                  <a:pt x="2298170" y="651606"/>
                  <a:pt x="2286856" y="640292"/>
                  <a:pt x="2286856" y="626335"/>
                </a:cubicBezTo>
                <a:cubicBezTo>
                  <a:pt x="2286856" y="612378"/>
                  <a:pt x="2298170" y="601064"/>
                  <a:pt x="2312127" y="601064"/>
                </a:cubicBezTo>
                <a:close/>
                <a:moveTo>
                  <a:pt x="2127147" y="601064"/>
                </a:moveTo>
                <a:cubicBezTo>
                  <a:pt x="2141104" y="601064"/>
                  <a:pt x="2152418" y="612378"/>
                  <a:pt x="2152418" y="626335"/>
                </a:cubicBezTo>
                <a:cubicBezTo>
                  <a:pt x="2152418" y="640292"/>
                  <a:pt x="2141104" y="651606"/>
                  <a:pt x="2127147" y="651606"/>
                </a:cubicBezTo>
                <a:cubicBezTo>
                  <a:pt x="2113190" y="651606"/>
                  <a:pt x="2101876" y="640292"/>
                  <a:pt x="2101876" y="626335"/>
                </a:cubicBezTo>
                <a:cubicBezTo>
                  <a:pt x="2101876" y="612378"/>
                  <a:pt x="2113190" y="601064"/>
                  <a:pt x="2127147" y="601064"/>
                </a:cubicBezTo>
                <a:close/>
                <a:moveTo>
                  <a:pt x="1942166" y="601064"/>
                </a:moveTo>
                <a:cubicBezTo>
                  <a:pt x="1956123" y="601064"/>
                  <a:pt x="1967437" y="612378"/>
                  <a:pt x="1967437" y="626335"/>
                </a:cubicBezTo>
                <a:cubicBezTo>
                  <a:pt x="1967437" y="640292"/>
                  <a:pt x="1956123" y="651606"/>
                  <a:pt x="1942166" y="651606"/>
                </a:cubicBezTo>
                <a:cubicBezTo>
                  <a:pt x="1928209" y="651606"/>
                  <a:pt x="1916895" y="640292"/>
                  <a:pt x="1916895" y="626335"/>
                </a:cubicBezTo>
                <a:cubicBezTo>
                  <a:pt x="1916895" y="612378"/>
                  <a:pt x="1928209" y="601064"/>
                  <a:pt x="1942166" y="601064"/>
                </a:cubicBezTo>
                <a:close/>
                <a:moveTo>
                  <a:pt x="1757186" y="601064"/>
                </a:moveTo>
                <a:cubicBezTo>
                  <a:pt x="1771143" y="601064"/>
                  <a:pt x="1782457" y="612378"/>
                  <a:pt x="1782457" y="626335"/>
                </a:cubicBezTo>
                <a:cubicBezTo>
                  <a:pt x="1782457" y="640292"/>
                  <a:pt x="1771143" y="651606"/>
                  <a:pt x="1757186" y="651606"/>
                </a:cubicBezTo>
                <a:cubicBezTo>
                  <a:pt x="1743229" y="651606"/>
                  <a:pt x="1731915" y="640292"/>
                  <a:pt x="1731915" y="626335"/>
                </a:cubicBezTo>
                <a:cubicBezTo>
                  <a:pt x="1731915" y="612378"/>
                  <a:pt x="1743229" y="601064"/>
                  <a:pt x="1757186" y="601064"/>
                </a:cubicBezTo>
                <a:close/>
                <a:moveTo>
                  <a:pt x="1135152" y="582796"/>
                </a:moveTo>
                <a:cubicBezTo>
                  <a:pt x="1149109" y="582796"/>
                  <a:pt x="1160423" y="594110"/>
                  <a:pt x="1160423" y="608067"/>
                </a:cubicBezTo>
                <a:cubicBezTo>
                  <a:pt x="1160423" y="622024"/>
                  <a:pt x="1149109" y="633338"/>
                  <a:pt x="1135152" y="633338"/>
                </a:cubicBezTo>
                <a:cubicBezTo>
                  <a:pt x="1121195" y="633338"/>
                  <a:pt x="1109881" y="622024"/>
                  <a:pt x="1109881" y="608067"/>
                </a:cubicBezTo>
                <a:cubicBezTo>
                  <a:pt x="1109881" y="594110"/>
                  <a:pt x="1121195" y="582796"/>
                  <a:pt x="1135152" y="582796"/>
                </a:cubicBezTo>
                <a:close/>
                <a:moveTo>
                  <a:pt x="950172" y="582796"/>
                </a:moveTo>
                <a:cubicBezTo>
                  <a:pt x="964129" y="582796"/>
                  <a:pt x="975442" y="594110"/>
                  <a:pt x="975442" y="608067"/>
                </a:cubicBezTo>
                <a:cubicBezTo>
                  <a:pt x="975442" y="622024"/>
                  <a:pt x="964129" y="633338"/>
                  <a:pt x="950172" y="633338"/>
                </a:cubicBezTo>
                <a:cubicBezTo>
                  <a:pt x="936215" y="633338"/>
                  <a:pt x="924901" y="622024"/>
                  <a:pt x="924901" y="608067"/>
                </a:cubicBezTo>
                <a:cubicBezTo>
                  <a:pt x="924901" y="594110"/>
                  <a:pt x="936215" y="582796"/>
                  <a:pt x="950172" y="582796"/>
                </a:cubicBezTo>
                <a:close/>
                <a:moveTo>
                  <a:pt x="765192" y="582796"/>
                </a:moveTo>
                <a:cubicBezTo>
                  <a:pt x="779149" y="582796"/>
                  <a:pt x="790463" y="594110"/>
                  <a:pt x="790463" y="608067"/>
                </a:cubicBezTo>
                <a:cubicBezTo>
                  <a:pt x="790463" y="622024"/>
                  <a:pt x="779149" y="633338"/>
                  <a:pt x="765192" y="633338"/>
                </a:cubicBezTo>
                <a:cubicBezTo>
                  <a:pt x="751235" y="633338"/>
                  <a:pt x="739921" y="622024"/>
                  <a:pt x="739921" y="608067"/>
                </a:cubicBezTo>
                <a:cubicBezTo>
                  <a:pt x="739921" y="594110"/>
                  <a:pt x="751235" y="582796"/>
                  <a:pt x="765192" y="582796"/>
                </a:cubicBezTo>
                <a:close/>
                <a:moveTo>
                  <a:pt x="580213" y="582796"/>
                </a:moveTo>
                <a:cubicBezTo>
                  <a:pt x="594170" y="582796"/>
                  <a:pt x="605484" y="594110"/>
                  <a:pt x="605484" y="608067"/>
                </a:cubicBezTo>
                <a:cubicBezTo>
                  <a:pt x="605484" y="622024"/>
                  <a:pt x="594170" y="633338"/>
                  <a:pt x="580213" y="633338"/>
                </a:cubicBezTo>
                <a:cubicBezTo>
                  <a:pt x="566256" y="633338"/>
                  <a:pt x="554942" y="622024"/>
                  <a:pt x="554942" y="608067"/>
                </a:cubicBezTo>
                <a:cubicBezTo>
                  <a:pt x="554942" y="594110"/>
                  <a:pt x="566256" y="582796"/>
                  <a:pt x="580213" y="582796"/>
                </a:cubicBezTo>
                <a:close/>
                <a:moveTo>
                  <a:pt x="395233" y="582796"/>
                </a:moveTo>
                <a:cubicBezTo>
                  <a:pt x="409190" y="582796"/>
                  <a:pt x="420504" y="594110"/>
                  <a:pt x="420504" y="608067"/>
                </a:cubicBezTo>
                <a:cubicBezTo>
                  <a:pt x="420504" y="622024"/>
                  <a:pt x="409190" y="633338"/>
                  <a:pt x="395233" y="633338"/>
                </a:cubicBezTo>
                <a:cubicBezTo>
                  <a:pt x="381276" y="633338"/>
                  <a:pt x="369962" y="622024"/>
                  <a:pt x="369962" y="608067"/>
                </a:cubicBezTo>
                <a:cubicBezTo>
                  <a:pt x="369962" y="594110"/>
                  <a:pt x="381276" y="582796"/>
                  <a:pt x="395233" y="582796"/>
                </a:cubicBezTo>
                <a:close/>
                <a:moveTo>
                  <a:pt x="210252" y="582796"/>
                </a:moveTo>
                <a:cubicBezTo>
                  <a:pt x="224209" y="582796"/>
                  <a:pt x="235523" y="594110"/>
                  <a:pt x="235523" y="608067"/>
                </a:cubicBezTo>
                <a:cubicBezTo>
                  <a:pt x="235523" y="622024"/>
                  <a:pt x="224209" y="633338"/>
                  <a:pt x="210252" y="633338"/>
                </a:cubicBezTo>
                <a:cubicBezTo>
                  <a:pt x="196295" y="633338"/>
                  <a:pt x="184981" y="622024"/>
                  <a:pt x="184981" y="608067"/>
                </a:cubicBezTo>
                <a:cubicBezTo>
                  <a:pt x="184981" y="594110"/>
                  <a:pt x="196295" y="582796"/>
                  <a:pt x="210252" y="582796"/>
                </a:cubicBezTo>
                <a:close/>
                <a:moveTo>
                  <a:pt x="25272" y="582796"/>
                </a:moveTo>
                <a:cubicBezTo>
                  <a:pt x="39229" y="582796"/>
                  <a:pt x="50543" y="594110"/>
                  <a:pt x="50543" y="608067"/>
                </a:cubicBezTo>
                <a:cubicBezTo>
                  <a:pt x="50543" y="622024"/>
                  <a:pt x="39229" y="633338"/>
                  <a:pt x="25272" y="633338"/>
                </a:cubicBezTo>
                <a:cubicBezTo>
                  <a:pt x="11315" y="633338"/>
                  <a:pt x="1" y="622024"/>
                  <a:pt x="1" y="608067"/>
                </a:cubicBezTo>
                <a:cubicBezTo>
                  <a:pt x="1" y="594110"/>
                  <a:pt x="11315" y="582796"/>
                  <a:pt x="25272" y="582796"/>
                </a:cubicBezTo>
                <a:close/>
                <a:moveTo>
                  <a:pt x="2867067" y="455365"/>
                </a:moveTo>
                <a:cubicBezTo>
                  <a:pt x="2881024" y="455365"/>
                  <a:pt x="2892338" y="466678"/>
                  <a:pt x="2892338" y="480635"/>
                </a:cubicBezTo>
                <a:cubicBezTo>
                  <a:pt x="2892338" y="494592"/>
                  <a:pt x="2881024" y="505906"/>
                  <a:pt x="2867067" y="505906"/>
                </a:cubicBezTo>
                <a:cubicBezTo>
                  <a:pt x="2853110" y="505906"/>
                  <a:pt x="2841796" y="494592"/>
                  <a:pt x="2841796" y="480635"/>
                </a:cubicBezTo>
                <a:cubicBezTo>
                  <a:pt x="2841796" y="466678"/>
                  <a:pt x="2853110" y="455365"/>
                  <a:pt x="2867067" y="455365"/>
                </a:cubicBezTo>
                <a:close/>
                <a:moveTo>
                  <a:pt x="2682086" y="455365"/>
                </a:moveTo>
                <a:cubicBezTo>
                  <a:pt x="2696043" y="455365"/>
                  <a:pt x="2707357" y="466678"/>
                  <a:pt x="2707357" y="480635"/>
                </a:cubicBezTo>
                <a:cubicBezTo>
                  <a:pt x="2707357" y="494592"/>
                  <a:pt x="2696043" y="505906"/>
                  <a:pt x="2682086" y="505906"/>
                </a:cubicBezTo>
                <a:cubicBezTo>
                  <a:pt x="2668129" y="505906"/>
                  <a:pt x="2656815" y="494592"/>
                  <a:pt x="2656815" y="480635"/>
                </a:cubicBezTo>
                <a:cubicBezTo>
                  <a:pt x="2656815" y="466678"/>
                  <a:pt x="2668129" y="455365"/>
                  <a:pt x="2682086" y="455365"/>
                </a:cubicBezTo>
                <a:close/>
                <a:moveTo>
                  <a:pt x="2497106" y="455365"/>
                </a:moveTo>
                <a:cubicBezTo>
                  <a:pt x="2511063" y="455365"/>
                  <a:pt x="2522377" y="466678"/>
                  <a:pt x="2522377" y="480635"/>
                </a:cubicBezTo>
                <a:cubicBezTo>
                  <a:pt x="2522377" y="494592"/>
                  <a:pt x="2511063" y="505906"/>
                  <a:pt x="2497106" y="505906"/>
                </a:cubicBezTo>
                <a:cubicBezTo>
                  <a:pt x="2483149" y="505906"/>
                  <a:pt x="2471835" y="494592"/>
                  <a:pt x="2471835" y="480635"/>
                </a:cubicBezTo>
                <a:cubicBezTo>
                  <a:pt x="2471835" y="466678"/>
                  <a:pt x="2483149" y="455365"/>
                  <a:pt x="2497106" y="455365"/>
                </a:cubicBezTo>
                <a:close/>
                <a:moveTo>
                  <a:pt x="2312127" y="455365"/>
                </a:moveTo>
                <a:cubicBezTo>
                  <a:pt x="2326084" y="455365"/>
                  <a:pt x="2337398" y="466678"/>
                  <a:pt x="2337398" y="480635"/>
                </a:cubicBezTo>
                <a:cubicBezTo>
                  <a:pt x="2337398" y="494592"/>
                  <a:pt x="2326084" y="505906"/>
                  <a:pt x="2312127" y="505906"/>
                </a:cubicBezTo>
                <a:cubicBezTo>
                  <a:pt x="2298170" y="505906"/>
                  <a:pt x="2286856" y="494592"/>
                  <a:pt x="2286856" y="480635"/>
                </a:cubicBezTo>
                <a:cubicBezTo>
                  <a:pt x="2286856" y="466678"/>
                  <a:pt x="2298170" y="455365"/>
                  <a:pt x="2312127" y="455365"/>
                </a:cubicBezTo>
                <a:close/>
                <a:moveTo>
                  <a:pt x="2127147" y="455365"/>
                </a:moveTo>
                <a:cubicBezTo>
                  <a:pt x="2141104" y="455365"/>
                  <a:pt x="2152418" y="466678"/>
                  <a:pt x="2152418" y="480635"/>
                </a:cubicBezTo>
                <a:cubicBezTo>
                  <a:pt x="2152418" y="494592"/>
                  <a:pt x="2141104" y="505906"/>
                  <a:pt x="2127147" y="505906"/>
                </a:cubicBezTo>
                <a:cubicBezTo>
                  <a:pt x="2113190" y="505906"/>
                  <a:pt x="2101876" y="494592"/>
                  <a:pt x="2101876" y="480635"/>
                </a:cubicBezTo>
                <a:cubicBezTo>
                  <a:pt x="2101876" y="466678"/>
                  <a:pt x="2113190" y="455365"/>
                  <a:pt x="2127147" y="455365"/>
                </a:cubicBezTo>
                <a:close/>
                <a:moveTo>
                  <a:pt x="1942166" y="455365"/>
                </a:moveTo>
                <a:cubicBezTo>
                  <a:pt x="1956123" y="455365"/>
                  <a:pt x="1967437" y="466678"/>
                  <a:pt x="1967437" y="480635"/>
                </a:cubicBezTo>
                <a:cubicBezTo>
                  <a:pt x="1967437" y="494592"/>
                  <a:pt x="1956123" y="505906"/>
                  <a:pt x="1942166" y="505906"/>
                </a:cubicBezTo>
                <a:cubicBezTo>
                  <a:pt x="1928209" y="505906"/>
                  <a:pt x="1916895" y="494592"/>
                  <a:pt x="1916895" y="480635"/>
                </a:cubicBezTo>
                <a:cubicBezTo>
                  <a:pt x="1916895" y="466678"/>
                  <a:pt x="1928209" y="455365"/>
                  <a:pt x="1942166" y="455365"/>
                </a:cubicBezTo>
                <a:close/>
                <a:moveTo>
                  <a:pt x="1757186" y="455365"/>
                </a:moveTo>
                <a:cubicBezTo>
                  <a:pt x="1771143" y="455365"/>
                  <a:pt x="1782457" y="466678"/>
                  <a:pt x="1782457" y="480635"/>
                </a:cubicBezTo>
                <a:cubicBezTo>
                  <a:pt x="1782457" y="494592"/>
                  <a:pt x="1771143" y="505906"/>
                  <a:pt x="1757186" y="505906"/>
                </a:cubicBezTo>
                <a:cubicBezTo>
                  <a:pt x="1743229" y="505906"/>
                  <a:pt x="1731915" y="494592"/>
                  <a:pt x="1731915" y="480635"/>
                </a:cubicBezTo>
                <a:cubicBezTo>
                  <a:pt x="1731915" y="466678"/>
                  <a:pt x="1743229" y="455365"/>
                  <a:pt x="1757186" y="455365"/>
                </a:cubicBezTo>
                <a:close/>
                <a:moveTo>
                  <a:pt x="210252" y="437097"/>
                </a:moveTo>
                <a:cubicBezTo>
                  <a:pt x="224209" y="437097"/>
                  <a:pt x="235523" y="448411"/>
                  <a:pt x="235523" y="462367"/>
                </a:cubicBezTo>
                <a:cubicBezTo>
                  <a:pt x="235523" y="476324"/>
                  <a:pt x="224209" y="487638"/>
                  <a:pt x="210252" y="487638"/>
                </a:cubicBezTo>
                <a:cubicBezTo>
                  <a:pt x="196295" y="487638"/>
                  <a:pt x="184981" y="476324"/>
                  <a:pt x="184981" y="462367"/>
                </a:cubicBezTo>
                <a:cubicBezTo>
                  <a:pt x="184981" y="448411"/>
                  <a:pt x="196295" y="437097"/>
                  <a:pt x="210252" y="437097"/>
                </a:cubicBezTo>
                <a:close/>
                <a:moveTo>
                  <a:pt x="25272" y="437097"/>
                </a:moveTo>
                <a:cubicBezTo>
                  <a:pt x="39229" y="437097"/>
                  <a:pt x="50543" y="448411"/>
                  <a:pt x="50543" y="462367"/>
                </a:cubicBezTo>
                <a:cubicBezTo>
                  <a:pt x="50543" y="476324"/>
                  <a:pt x="39229" y="487638"/>
                  <a:pt x="25272" y="487638"/>
                </a:cubicBezTo>
                <a:cubicBezTo>
                  <a:pt x="11315" y="487638"/>
                  <a:pt x="1" y="476324"/>
                  <a:pt x="1" y="462367"/>
                </a:cubicBezTo>
                <a:cubicBezTo>
                  <a:pt x="1" y="448411"/>
                  <a:pt x="11315" y="437097"/>
                  <a:pt x="25272" y="437097"/>
                </a:cubicBezTo>
                <a:close/>
                <a:moveTo>
                  <a:pt x="950172" y="437096"/>
                </a:moveTo>
                <a:cubicBezTo>
                  <a:pt x="964129" y="437096"/>
                  <a:pt x="975442" y="448411"/>
                  <a:pt x="975442" y="462367"/>
                </a:cubicBezTo>
                <a:cubicBezTo>
                  <a:pt x="975442" y="476324"/>
                  <a:pt x="964129" y="487638"/>
                  <a:pt x="950172" y="487638"/>
                </a:cubicBezTo>
                <a:cubicBezTo>
                  <a:pt x="936215" y="487638"/>
                  <a:pt x="924901" y="476324"/>
                  <a:pt x="924901" y="462367"/>
                </a:cubicBezTo>
                <a:cubicBezTo>
                  <a:pt x="924901" y="448411"/>
                  <a:pt x="936215" y="437096"/>
                  <a:pt x="950172" y="437096"/>
                </a:cubicBezTo>
                <a:close/>
                <a:moveTo>
                  <a:pt x="765192" y="437096"/>
                </a:moveTo>
                <a:cubicBezTo>
                  <a:pt x="779149" y="437096"/>
                  <a:pt x="790463" y="448411"/>
                  <a:pt x="790463" y="462367"/>
                </a:cubicBezTo>
                <a:cubicBezTo>
                  <a:pt x="790463" y="476324"/>
                  <a:pt x="779149" y="487638"/>
                  <a:pt x="765192" y="487638"/>
                </a:cubicBezTo>
                <a:cubicBezTo>
                  <a:pt x="751235" y="487638"/>
                  <a:pt x="739921" y="476324"/>
                  <a:pt x="739921" y="462367"/>
                </a:cubicBezTo>
                <a:cubicBezTo>
                  <a:pt x="739921" y="448411"/>
                  <a:pt x="751235" y="437096"/>
                  <a:pt x="765192" y="437096"/>
                </a:cubicBezTo>
                <a:close/>
                <a:moveTo>
                  <a:pt x="580214" y="437096"/>
                </a:moveTo>
                <a:cubicBezTo>
                  <a:pt x="594170" y="437096"/>
                  <a:pt x="605484" y="448411"/>
                  <a:pt x="605484" y="462367"/>
                </a:cubicBezTo>
                <a:cubicBezTo>
                  <a:pt x="605484" y="476324"/>
                  <a:pt x="594170" y="487638"/>
                  <a:pt x="580214" y="487638"/>
                </a:cubicBezTo>
                <a:cubicBezTo>
                  <a:pt x="566257" y="487638"/>
                  <a:pt x="554942" y="476324"/>
                  <a:pt x="554942" y="462367"/>
                </a:cubicBezTo>
                <a:cubicBezTo>
                  <a:pt x="554942" y="448411"/>
                  <a:pt x="566257" y="437096"/>
                  <a:pt x="580214" y="437096"/>
                </a:cubicBezTo>
                <a:close/>
                <a:moveTo>
                  <a:pt x="395233" y="437096"/>
                </a:moveTo>
                <a:cubicBezTo>
                  <a:pt x="409190" y="437096"/>
                  <a:pt x="420504" y="448411"/>
                  <a:pt x="420504" y="462367"/>
                </a:cubicBezTo>
                <a:cubicBezTo>
                  <a:pt x="420504" y="476324"/>
                  <a:pt x="409190" y="487638"/>
                  <a:pt x="395233" y="487638"/>
                </a:cubicBezTo>
                <a:cubicBezTo>
                  <a:pt x="381276" y="487638"/>
                  <a:pt x="369962" y="476324"/>
                  <a:pt x="369962" y="462367"/>
                </a:cubicBezTo>
                <a:cubicBezTo>
                  <a:pt x="369962" y="448411"/>
                  <a:pt x="381276" y="437096"/>
                  <a:pt x="395233" y="437096"/>
                </a:cubicBezTo>
                <a:close/>
                <a:moveTo>
                  <a:pt x="1135152" y="437096"/>
                </a:moveTo>
                <a:cubicBezTo>
                  <a:pt x="1149109" y="437096"/>
                  <a:pt x="1160423" y="448410"/>
                  <a:pt x="1160423" y="462367"/>
                </a:cubicBezTo>
                <a:cubicBezTo>
                  <a:pt x="1160423" y="476324"/>
                  <a:pt x="1149109" y="487638"/>
                  <a:pt x="1135152" y="487638"/>
                </a:cubicBezTo>
                <a:cubicBezTo>
                  <a:pt x="1121195" y="487638"/>
                  <a:pt x="1109881" y="476324"/>
                  <a:pt x="1109881" y="462367"/>
                </a:cubicBezTo>
                <a:cubicBezTo>
                  <a:pt x="1109881" y="448410"/>
                  <a:pt x="1121195" y="437096"/>
                  <a:pt x="1135152" y="437096"/>
                </a:cubicBezTo>
                <a:close/>
                <a:moveTo>
                  <a:pt x="2497106" y="309666"/>
                </a:moveTo>
                <a:cubicBezTo>
                  <a:pt x="2511063" y="309666"/>
                  <a:pt x="2522377" y="320981"/>
                  <a:pt x="2522377" y="334937"/>
                </a:cubicBezTo>
                <a:cubicBezTo>
                  <a:pt x="2522377" y="348894"/>
                  <a:pt x="2511063" y="360209"/>
                  <a:pt x="2497106" y="360209"/>
                </a:cubicBezTo>
                <a:cubicBezTo>
                  <a:pt x="2483149" y="360209"/>
                  <a:pt x="2471835" y="348894"/>
                  <a:pt x="2471835" y="334937"/>
                </a:cubicBezTo>
                <a:cubicBezTo>
                  <a:pt x="2471835" y="320981"/>
                  <a:pt x="2483149" y="309666"/>
                  <a:pt x="2497106" y="309666"/>
                </a:cubicBezTo>
                <a:close/>
                <a:moveTo>
                  <a:pt x="2312127" y="309666"/>
                </a:moveTo>
                <a:cubicBezTo>
                  <a:pt x="2326084" y="309666"/>
                  <a:pt x="2337398" y="320981"/>
                  <a:pt x="2337398" y="334937"/>
                </a:cubicBezTo>
                <a:cubicBezTo>
                  <a:pt x="2337398" y="348894"/>
                  <a:pt x="2326084" y="360209"/>
                  <a:pt x="2312127" y="360209"/>
                </a:cubicBezTo>
                <a:cubicBezTo>
                  <a:pt x="2298170" y="360209"/>
                  <a:pt x="2286856" y="348894"/>
                  <a:pt x="2286856" y="334937"/>
                </a:cubicBezTo>
                <a:cubicBezTo>
                  <a:pt x="2286856" y="320981"/>
                  <a:pt x="2298170" y="309666"/>
                  <a:pt x="2312127" y="309666"/>
                </a:cubicBezTo>
                <a:close/>
                <a:moveTo>
                  <a:pt x="2127147" y="309666"/>
                </a:moveTo>
                <a:cubicBezTo>
                  <a:pt x="2141104" y="309666"/>
                  <a:pt x="2152418" y="320981"/>
                  <a:pt x="2152418" y="334937"/>
                </a:cubicBezTo>
                <a:cubicBezTo>
                  <a:pt x="2152418" y="348894"/>
                  <a:pt x="2141104" y="360209"/>
                  <a:pt x="2127147" y="360209"/>
                </a:cubicBezTo>
                <a:cubicBezTo>
                  <a:pt x="2113190" y="360209"/>
                  <a:pt x="2101876" y="348894"/>
                  <a:pt x="2101876" y="334937"/>
                </a:cubicBezTo>
                <a:cubicBezTo>
                  <a:pt x="2101876" y="320981"/>
                  <a:pt x="2113190" y="309666"/>
                  <a:pt x="2127147" y="309666"/>
                </a:cubicBezTo>
                <a:close/>
                <a:moveTo>
                  <a:pt x="1942166" y="309666"/>
                </a:moveTo>
                <a:cubicBezTo>
                  <a:pt x="1956123" y="309666"/>
                  <a:pt x="1967437" y="320981"/>
                  <a:pt x="1967437" y="334937"/>
                </a:cubicBezTo>
                <a:cubicBezTo>
                  <a:pt x="1967437" y="348894"/>
                  <a:pt x="1956123" y="360209"/>
                  <a:pt x="1942166" y="360209"/>
                </a:cubicBezTo>
                <a:cubicBezTo>
                  <a:pt x="1928209" y="360209"/>
                  <a:pt x="1916895" y="348894"/>
                  <a:pt x="1916895" y="334937"/>
                </a:cubicBezTo>
                <a:cubicBezTo>
                  <a:pt x="1916895" y="320981"/>
                  <a:pt x="1928209" y="309666"/>
                  <a:pt x="1942166" y="309666"/>
                </a:cubicBezTo>
                <a:close/>
                <a:moveTo>
                  <a:pt x="1757186" y="309666"/>
                </a:moveTo>
                <a:cubicBezTo>
                  <a:pt x="1771143" y="309666"/>
                  <a:pt x="1782457" y="320981"/>
                  <a:pt x="1782457" y="334937"/>
                </a:cubicBezTo>
                <a:cubicBezTo>
                  <a:pt x="1782457" y="348895"/>
                  <a:pt x="1771143" y="360209"/>
                  <a:pt x="1757186" y="360209"/>
                </a:cubicBezTo>
                <a:cubicBezTo>
                  <a:pt x="1743229" y="360209"/>
                  <a:pt x="1731915" y="348895"/>
                  <a:pt x="1731915" y="334937"/>
                </a:cubicBezTo>
                <a:cubicBezTo>
                  <a:pt x="1731915" y="320981"/>
                  <a:pt x="1743229" y="309666"/>
                  <a:pt x="1757186" y="309666"/>
                </a:cubicBezTo>
                <a:close/>
                <a:moveTo>
                  <a:pt x="2867067" y="309666"/>
                </a:moveTo>
                <a:cubicBezTo>
                  <a:pt x="2881024" y="309666"/>
                  <a:pt x="2892338" y="320981"/>
                  <a:pt x="2892338" y="334937"/>
                </a:cubicBezTo>
                <a:cubicBezTo>
                  <a:pt x="2892338" y="348894"/>
                  <a:pt x="2881024" y="360209"/>
                  <a:pt x="2867067" y="360209"/>
                </a:cubicBezTo>
                <a:cubicBezTo>
                  <a:pt x="2853110" y="360209"/>
                  <a:pt x="2841796" y="348894"/>
                  <a:pt x="2841796" y="334937"/>
                </a:cubicBezTo>
                <a:cubicBezTo>
                  <a:pt x="2841796" y="320981"/>
                  <a:pt x="2853110" y="309666"/>
                  <a:pt x="2867067" y="309666"/>
                </a:cubicBezTo>
                <a:close/>
                <a:moveTo>
                  <a:pt x="2682086" y="309666"/>
                </a:moveTo>
                <a:cubicBezTo>
                  <a:pt x="2696043" y="309666"/>
                  <a:pt x="2707357" y="320981"/>
                  <a:pt x="2707357" y="334937"/>
                </a:cubicBezTo>
                <a:cubicBezTo>
                  <a:pt x="2707357" y="348894"/>
                  <a:pt x="2696043" y="360209"/>
                  <a:pt x="2682086" y="360209"/>
                </a:cubicBezTo>
                <a:cubicBezTo>
                  <a:pt x="2668129" y="360209"/>
                  <a:pt x="2656815" y="348894"/>
                  <a:pt x="2656815" y="334937"/>
                </a:cubicBezTo>
                <a:cubicBezTo>
                  <a:pt x="2656815" y="320981"/>
                  <a:pt x="2668129" y="309666"/>
                  <a:pt x="2682086" y="309666"/>
                </a:cubicBezTo>
                <a:close/>
                <a:moveTo>
                  <a:pt x="580214" y="291398"/>
                </a:moveTo>
                <a:cubicBezTo>
                  <a:pt x="594171" y="291398"/>
                  <a:pt x="605485" y="302712"/>
                  <a:pt x="605485" y="316669"/>
                </a:cubicBezTo>
                <a:cubicBezTo>
                  <a:pt x="605485" y="330626"/>
                  <a:pt x="594171" y="341940"/>
                  <a:pt x="580214" y="341940"/>
                </a:cubicBezTo>
                <a:cubicBezTo>
                  <a:pt x="566257" y="341940"/>
                  <a:pt x="554943" y="330626"/>
                  <a:pt x="554943" y="316669"/>
                </a:cubicBezTo>
                <a:cubicBezTo>
                  <a:pt x="554943" y="302712"/>
                  <a:pt x="566257" y="291398"/>
                  <a:pt x="580214" y="291398"/>
                </a:cubicBezTo>
                <a:close/>
                <a:moveTo>
                  <a:pt x="395233" y="291398"/>
                </a:moveTo>
                <a:cubicBezTo>
                  <a:pt x="409190" y="291398"/>
                  <a:pt x="420504" y="302712"/>
                  <a:pt x="420504" y="316669"/>
                </a:cubicBezTo>
                <a:cubicBezTo>
                  <a:pt x="420504" y="330626"/>
                  <a:pt x="409190" y="341940"/>
                  <a:pt x="395233" y="341940"/>
                </a:cubicBezTo>
                <a:cubicBezTo>
                  <a:pt x="381276" y="341940"/>
                  <a:pt x="369962" y="330626"/>
                  <a:pt x="369962" y="316669"/>
                </a:cubicBezTo>
                <a:cubicBezTo>
                  <a:pt x="369962" y="302712"/>
                  <a:pt x="381276" y="291398"/>
                  <a:pt x="395233" y="291398"/>
                </a:cubicBezTo>
                <a:close/>
                <a:moveTo>
                  <a:pt x="210253" y="291398"/>
                </a:moveTo>
                <a:cubicBezTo>
                  <a:pt x="224210" y="291398"/>
                  <a:pt x="235524" y="302712"/>
                  <a:pt x="235524" y="316669"/>
                </a:cubicBezTo>
                <a:cubicBezTo>
                  <a:pt x="235524" y="330626"/>
                  <a:pt x="224210" y="341940"/>
                  <a:pt x="210253" y="341940"/>
                </a:cubicBezTo>
                <a:cubicBezTo>
                  <a:pt x="196296" y="341940"/>
                  <a:pt x="184982" y="330626"/>
                  <a:pt x="184982" y="316669"/>
                </a:cubicBezTo>
                <a:cubicBezTo>
                  <a:pt x="184982" y="302712"/>
                  <a:pt x="196296" y="291398"/>
                  <a:pt x="210253" y="291398"/>
                </a:cubicBezTo>
                <a:close/>
                <a:moveTo>
                  <a:pt x="25273" y="291398"/>
                </a:moveTo>
                <a:cubicBezTo>
                  <a:pt x="39230" y="291398"/>
                  <a:pt x="50544" y="302712"/>
                  <a:pt x="50544" y="316669"/>
                </a:cubicBezTo>
                <a:cubicBezTo>
                  <a:pt x="50544" y="330626"/>
                  <a:pt x="39230" y="341940"/>
                  <a:pt x="25273" y="341940"/>
                </a:cubicBezTo>
                <a:cubicBezTo>
                  <a:pt x="11316" y="341940"/>
                  <a:pt x="2" y="330626"/>
                  <a:pt x="2" y="316669"/>
                </a:cubicBezTo>
                <a:cubicBezTo>
                  <a:pt x="2" y="302712"/>
                  <a:pt x="11316" y="291398"/>
                  <a:pt x="25273" y="291398"/>
                </a:cubicBezTo>
                <a:close/>
                <a:moveTo>
                  <a:pt x="1135152" y="291398"/>
                </a:moveTo>
                <a:cubicBezTo>
                  <a:pt x="1149109" y="291398"/>
                  <a:pt x="1160423" y="302712"/>
                  <a:pt x="1160423" y="316669"/>
                </a:cubicBezTo>
                <a:cubicBezTo>
                  <a:pt x="1160423" y="330625"/>
                  <a:pt x="1149109" y="341940"/>
                  <a:pt x="1135152" y="341940"/>
                </a:cubicBezTo>
                <a:cubicBezTo>
                  <a:pt x="1121195" y="341940"/>
                  <a:pt x="1109881" y="330625"/>
                  <a:pt x="1109881" y="316669"/>
                </a:cubicBezTo>
                <a:cubicBezTo>
                  <a:pt x="1109881" y="302712"/>
                  <a:pt x="1121195" y="291398"/>
                  <a:pt x="1135152" y="291398"/>
                </a:cubicBezTo>
                <a:close/>
                <a:moveTo>
                  <a:pt x="950172" y="291398"/>
                </a:moveTo>
                <a:cubicBezTo>
                  <a:pt x="964130" y="291398"/>
                  <a:pt x="975442" y="302712"/>
                  <a:pt x="975442" y="316669"/>
                </a:cubicBezTo>
                <a:cubicBezTo>
                  <a:pt x="975442" y="330625"/>
                  <a:pt x="964130" y="341940"/>
                  <a:pt x="950172" y="341940"/>
                </a:cubicBezTo>
                <a:cubicBezTo>
                  <a:pt x="936216" y="341940"/>
                  <a:pt x="924902" y="330625"/>
                  <a:pt x="924902" y="316669"/>
                </a:cubicBezTo>
                <a:cubicBezTo>
                  <a:pt x="924902" y="302712"/>
                  <a:pt x="936216" y="291398"/>
                  <a:pt x="950172" y="291398"/>
                </a:cubicBezTo>
                <a:close/>
                <a:moveTo>
                  <a:pt x="765192" y="291398"/>
                </a:moveTo>
                <a:cubicBezTo>
                  <a:pt x="779150" y="291398"/>
                  <a:pt x="790464" y="302712"/>
                  <a:pt x="790464" y="316669"/>
                </a:cubicBezTo>
                <a:cubicBezTo>
                  <a:pt x="790464" y="330625"/>
                  <a:pt x="779150" y="341940"/>
                  <a:pt x="765192" y="341940"/>
                </a:cubicBezTo>
                <a:cubicBezTo>
                  <a:pt x="751236" y="341940"/>
                  <a:pt x="739921" y="330625"/>
                  <a:pt x="739921" y="316669"/>
                </a:cubicBezTo>
                <a:cubicBezTo>
                  <a:pt x="739921" y="302712"/>
                  <a:pt x="751236" y="291398"/>
                  <a:pt x="765192" y="291398"/>
                </a:cubicBezTo>
                <a:close/>
                <a:moveTo>
                  <a:pt x="2127147" y="163968"/>
                </a:moveTo>
                <a:cubicBezTo>
                  <a:pt x="2141104" y="163968"/>
                  <a:pt x="2152418" y="175282"/>
                  <a:pt x="2152418" y="189239"/>
                </a:cubicBezTo>
                <a:cubicBezTo>
                  <a:pt x="2152418" y="203196"/>
                  <a:pt x="2141104" y="214510"/>
                  <a:pt x="2127147" y="214510"/>
                </a:cubicBezTo>
                <a:cubicBezTo>
                  <a:pt x="2113190" y="214510"/>
                  <a:pt x="2101876" y="203196"/>
                  <a:pt x="2101876" y="189239"/>
                </a:cubicBezTo>
                <a:cubicBezTo>
                  <a:pt x="2101876" y="175282"/>
                  <a:pt x="2113190" y="163968"/>
                  <a:pt x="2127147" y="163968"/>
                </a:cubicBezTo>
                <a:close/>
                <a:moveTo>
                  <a:pt x="1942166" y="163968"/>
                </a:moveTo>
                <a:cubicBezTo>
                  <a:pt x="1956123" y="163968"/>
                  <a:pt x="1967437" y="175282"/>
                  <a:pt x="1967437" y="189239"/>
                </a:cubicBezTo>
                <a:cubicBezTo>
                  <a:pt x="1967437" y="203196"/>
                  <a:pt x="1956123" y="214510"/>
                  <a:pt x="1942166" y="214510"/>
                </a:cubicBezTo>
                <a:cubicBezTo>
                  <a:pt x="1928209" y="214510"/>
                  <a:pt x="1916895" y="203196"/>
                  <a:pt x="1916895" y="189239"/>
                </a:cubicBezTo>
                <a:cubicBezTo>
                  <a:pt x="1916895" y="175282"/>
                  <a:pt x="1928209" y="163968"/>
                  <a:pt x="1942166" y="163968"/>
                </a:cubicBezTo>
                <a:close/>
                <a:moveTo>
                  <a:pt x="1757186" y="163968"/>
                </a:moveTo>
                <a:cubicBezTo>
                  <a:pt x="1771143" y="163968"/>
                  <a:pt x="1782457" y="175282"/>
                  <a:pt x="1782457" y="189239"/>
                </a:cubicBezTo>
                <a:cubicBezTo>
                  <a:pt x="1782457" y="203196"/>
                  <a:pt x="1771143" y="214510"/>
                  <a:pt x="1757186" y="214510"/>
                </a:cubicBezTo>
                <a:cubicBezTo>
                  <a:pt x="1743229" y="214510"/>
                  <a:pt x="1731915" y="203196"/>
                  <a:pt x="1731915" y="189239"/>
                </a:cubicBezTo>
                <a:cubicBezTo>
                  <a:pt x="1731915" y="175282"/>
                  <a:pt x="1743229" y="163968"/>
                  <a:pt x="1757186" y="163968"/>
                </a:cubicBezTo>
                <a:close/>
                <a:moveTo>
                  <a:pt x="2312127" y="163968"/>
                </a:moveTo>
                <a:cubicBezTo>
                  <a:pt x="2326084" y="163968"/>
                  <a:pt x="2337398" y="175282"/>
                  <a:pt x="2337398" y="189239"/>
                </a:cubicBezTo>
                <a:cubicBezTo>
                  <a:pt x="2337398" y="203196"/>
                  <a:pt x="2326084" y="214510"/>
                  <a:pt x="2312127" y="214510"/>
                </a:cubicBezTo>
                <a:cubicBezTo>
                  <a:pt x="2298170" y="214510"/>
                  <a:pt x="2286856" y="203196"/>
                  <a:pt x="2286856" y="189239"/>
                </a:cubicBezTo>
                <a:cubicBezTo>
                  <a:pt x="2286856" y="175282"/>
                  <a:pt x="2298170" y="163968"/>
                  <a:pt x="2312127" y="163968"/>
                </a:cubicBezTo>
                <a:close/>
                <a:moveTo>
                  <a:pt x="2867067" y="163968"/>
                </a:moveTo>
                <a:cubicBezTo>
                  <a:pt x="2881024" y="163968"/>
                  <a:pt x="2892338" y="175282"/>
                  <a:pt x="2892338" y="189239"/>
                </a:cubicBezTo>
                <a:cubicBezTo>
                  <a:pt x="2892338" y="203196"/>
                  <a:pt x="2881024" y="214510"/>
                  <a:pt x="2867067" y="214510"/>
                </a:cubicBezTo>
                <a:cubicBezTo>
                  <a:pt x="2853110" y="214510"/>
                  <a:pt x="2841796" y="203196"/>
                  <a:pt x="2841796" y="189239"/>
                </a:cubicBezTo>
                <a:cubicBezTo>
                  <a:pt x="2841796" y="175282"/>
                  <a:pt x="2853110" y="163968"/>
                  <a:pt x="2867067" y="163968"/>
                </a:cubicBezTo>
                <a:close/>
                <a:moveTo>
                  <a:pt x="2682086" y="163968"/>
                </a:moveTo>
                <a:cubicBezTo>
                  <a:pt x="2696043" y="163968"/>
                  <a:pt x="2707357" y="175282"/>
                  <a:pt x="2707357" y="189239"/>
                </a:cubicBezTo>
                <a:cubicBezTo>
                  <a:pt x="2707357" y="203196"/>
                  <a:pt x="2696043" y="214510"/>
                  <a:pt x="2682086" y="214510"/>
                </a:cubicBezTo>
                <a:cubicBezTo>
                  <a:pt x="2668129" y="214510"/>
                  <a:pt x="2656815" y="203196"/>
                  <a:pt x="2656815" y="189239"/>
                </a:cubicBezTo>
                <a:cubicBezTo>
                  <a:pt x="2656815" y="175282"/>
                  <a:pt x="2668129" y="163968"/>
                  <a:pt x="2682086" y="163968"/>
                </a:cubicBezTo>
                <a:close/>
                <a:moveTo>
                  <a:pt x="2497106" y="163968"/>
                </a:moveTo>
                <a:cubicBezTo>
                  <a:pt x="2511063" y="163968"/>
                  <a:pt x="2522377" y="175282"/>
                  <a:pt x="2522377" y="189239"/>
                </a:cubicBezTo>
                <a:cubicBezTo>
                  <a:pt x="2522377" y="203196"/>
                  <a:pt x="2511063" y="214510"/>
                  <a:pt x="2497106" y="214510"/>
                </a:cubicBezTo>
                <a:cubicBezTo>
                  <a:pt x="2483149" y="214510"/>
                  <a:pt x="2471835" y="203196"/>
                  <a:pt x="2471835" y="189239"/>
                </a:cubicBezTo>
                <a:cubicBezTo>
                  <a:pt x="2471835" y="175282"/>
                  <a:pt x="2483149" y="163968"/>
                  <a:pt x="2497106" y="163968"/>
                </a:cubicBezTo>
                <a:close/>
                <a:moveTo>
                  <a:pt x="25273" y="145699"/>
                </a:moveTo>
                <a:cubicBezTo>
                  <a:pt x="39230" y="145699"/>
                  <a:pt x="50544" y="157013"/>
                  <a:pt x="50544" y="170970"/>
                </a:cubicBezTo>
                <a:cubicBezTo>
                  <a:pt x="50544" y="184927"/>
                  <a:pt x="39230" y="196241"/>
                  <a:pt x="25273" y="196241"/>
                </a:cubicBezTo>
                <a:cubicBezTo>
                  <a:pt x="11316" y="196241"/>
                  <a:pt x="2" y="184927"/>
                  <a:pt x="2" y="170970"/>
                </a:cubicBezTo>
                <a:cubicBezTo>
                  <a:pt x="2" y="157013"/>
                  <a:pt x="11316" y="145699"/>
                  <a:pt x="25273" y="145699"/>
                </a:cubicBezTo>
                <a:close/>
                <a:moveTo>
                  <a:pt x="210253" y="145699"/>
                </a:moveTo>
                <a:cubicBezTo>
                  <a:pt x="224210" y="145699"/>
                  <a:pt x="235524" y="157013"/>
                  <a:pt x="235524" y="170970"/>
                </a:cubicBezTo>
                <a:cubicBezTo>
                  <a:pt x="235524" y="184927"/>
                  <a:pt x="224210" y="196241"/>
                  <a:pt x="210253" y="196241"/>
                </a:cubicBezTo>
                <a:cubicBezTo>
                  <a:pt x="196296" y="196241"/>
                  <a:pt x="184982" y="184927"/>
                  <a:pt x="184982" y="170970"/>
                </a:cubicBezTo>
                <a:cubicBezTo>
                  <a:pt x="184982" y="157013"/>
                  <a:pt x="196296" y="145699"/>
                  <a:pt x="210253" y="145699"/>
                </a:cubicBezTo>
                <a:close/>
                <a:moveTo>
                  <a:pt x="580214" y="145699"/>
                </a:moveTo>
                <a:cubicBezTo>
                  <a:pt x="594171" y="145699"/>
                  <a:pt x="605485" y="157013"/>
                  <a:pt x="605485" y="170970"/>
                </a:cubicBezTo>
                <a:cubicBezTo>
                  <a:pt x="605485" y="184927"/>
                  <a:pt x="594171" y="196241"/>
                  <a:pt x="580214" y="196241"/>
                </a:cubicBezTo>
                <a:cubicBezTo>
                  <a:pt x="566257" y="196241"/>
                  <a:pt x="554943" y="184927"/>
                  <a:pt x="554943" y="170970"/>
                </a:cubicBezTo>
                <a:cubicBezTo>
                  <a:pt x="554943" y="157013"/>
                  <a:pt x="566257" y="145699"/>
                  <a:pt x="580214" y="145699"/>
                </a:cubicBezTo>
                <a:close/>
                <a:moveTo>
                  <a:pt x="395234" y="145699"/>
                </a:moveTo>
                <a:cubicBezTo>
                  <a:pt x="409191" y="145699"/>
                  <a:pt x="420505" y="157013"/>
                  <a:pt x="420505" y="170970"/>
                </a:cubicBezTo>
                <a:cubicBezTo>
                  <a:pt x="420505" y="184927"/>
                  <a:pt x="409191" y="196241"/>
                  <a:pt x="395234" y="196241"/>
                </a:cubicBezTo>
                <a:cubicBezTo>
                  <a:pt x="381277" y="196241"/>
                  <a:pt x="369963" y="184927"/>
                  <a:pt x="369963" y="170970"/>
                </a:cubicBezTo>
                <a:cubicBezTo>
                  <a:pt x="369963" y="157013"/>
                  <a:pt x="381277" y="145699"/>
                  <a:pt x="395234" y="145699"/>
                </a:cubicBezTo>
                <a:close/>
                <a:moveTo>
                  <a:pt x="950173" y="145699"/>
                </a:moveTo>
                <a:cubicBezTo>
                  <a:pt x="964130" y="145699"/>
                  <a:pt x="975442" y="157013"/>
                  <a:pt x="975442" y="170970"/>
                </a:cubicBezTo>
                <a:cubicBezTo>
                  <a:pt x="975442" y="184927"/>
                  <a:pt x="964130" y="196241"/>
                  <a:pt x="950173" y="196241"/>
                </a:cubicBezTo>
                <a:cubicBezTo>
                  <a:pt x="936216" y="196241"/>
                  <a:pt x="924902" y="184927"/>
                  <a:pt x="924902" y="170970"/>
                </a:cubicBezTo>
                <a:cubicBezTo>
                  <a:pt x="924902" y="157013"/>
                  <a:pt x="936216" y="145699"/>
                  <a:pt x="950173" y="145699"/>
                </a:cubicBezTo>
                <a:close/>
                <a:moveTo>
                  <a:pt x="765193" y="145699"/>
                </a:moveTo>
                <a:cubicBezTo>
                  <a:pt x="779150" y="145699"/>
                  <a:pt x="790464" y="157013"/>
                  <a:pt x="790464" y="170970"/>
                </a:cubicBezTo>
                <a:cubicBezTo>
                  <a:pt x="790464" y="184927"/>
                  <a:pt x="779150" y="196241"/>
                  <a:pt x="765193" y="196241"/>
                </a:cubicBezTo>
                <a:cubicBezTo>
                  <a:pt x="751236" y="196241"/>
                  <a:pt x="739922" y="184927"/>
                  <a:pt x="739922" y="170970"/>
                </a:cubicBezTo>
                <a:cubicBezTo>
                  <a:pt x="739922" y="157013"/>
                  <a:pt x="751236" y="145699"/>
                  <a:pt x="765193" y="145699"/>
                </a:cubicBezTo>
                <a:close/>
                <a:moveTo>
                  <a:pt x="1135152" y="145699"/>
                </a:moveTo>
                <a:cubicBezTo>
                  <a:pt x="1149109" y="145699"/>
                  <a:pt x="1160423" y="157013"/>
                  <a:pt x="1160423" y="170970"/>
                </a:cubicBezTo>
                <a:cubicBezTo>
                  <a:pt x="1160423" y="184927"/>
                  <a:pt x="1149109" y="196241"/>
                  <a:pt x="1135152" y="196241"/>
                </a:cubicBezTo>
                <a:cubicBezTo>
                  <a:pt x="1121195" y="196241"/>
                  <a:pt x="1109881" y="184927"/>
                  <a:pt x="1109881" y="170970"/>
                </a:cubicBezTo>
                <a:cubicBezTo>
                  <a:pt x="1109881" y="157013"/>
                  <a:pt x="1121195" y="145699"/>
                  <a:pt x="1135152" y="145699"/>
                </a:cubicBezTo>
                <a:close/>
                <a:moveTo>
                  <a:pt x="1757186" y="18269"/>
                </a:moveTo>
                <a:cubicBezTo>
                  <a:pt x="1771143" y="18269"/>
                  <a:pt x="1782457" y="29583"/>
                  <a:pt x="1782457" y="43540"/>
                </a:cubicBezTo>
                <a:cubicBezTo>
                  <a:pt x="1782457" y="57497"/>
                  <a:pt x="1771143" y="68811"/>
                  <a:pt x="1757186" y="68811"/>
                </a:cubicBezTo>
                <a:cubicBezTo>
                  <a:pt x="1743229" y="68811"/>
                  <a:pt x="1731915" y="57497"/>
                  <a:pt x="1731915" y="43540"/>
                </a:cubicBezTo>
                <a:cubicBezTo>
                  <a:pt x="1731915" y="29583"/>
                  <a:pt x="1743229" y="18269"/>
                  <a:pt x="1757186" y="18269"/>
                </a:cubicBezTo>
                <a:close/>
                <a:moveTo>
                  <a:pt x="1942166" y="18269"/>
                </a:moveTo>
                <a:cubicBezTo>
                  <a:pt x="1956123" y="18269"/>
                  <a:pt x="1967437" y="29583"/>
                  <a:pt x="1967437" y="43540"/>
                </a:cubicBezTo>
                <a:cubicBezTo>
                  <a:pt x="1967437" y="57497"/>
                  <a:pt x="1956123" y="68811"/>
                  <a:pt x="1942166" y="68811"/>
                </a:cubicBezTo>
                <a:cubicBezTo>
                  <a:pt x="1928209" y="68811"/>
                  <a:pt x="1916895" y="57497"/>
                  <a:pt x="1916895" y="43540"/>
                </a:cubicBezTo>
                <a:cubicBezTo>
                  <a:pt x="1916895" y="29583"/>
                  <a:pt x="1928209" y="18269"/>
                  <a:pt x="1942166" y="18269"/>
                </a:cubicBezTo>
                <a:close/>
                <a:moveTo>
                  <a:pt x="2312127" y="18269"/>
                </a:moveTo>
                <a:cubicBezTo>
                  <a:pt x="2326084" y="18269"/>
                  <a:pt x="2337398" y="29583"/>
                  <a:pt x="2337398" y="43540"/>
                </a:cubicBezTo>
                <a:cubicBezTo>
                  <a:pt x="2337398" y="57497"/>
                  <a:pt x="2326084" y="68811"/>
                  <a:pt x="2312127" y="68811"/>
                </a:cubicBezTo>
                <a:cubicBezTo>
                  <a:pt x="2298170" y="68811"/>
                  <a:pt x="2286856" y="57497"/>
                  <a:pt x="2286856" y="43540"/>
                </a:cubicBezTo>
                <a:cubicBezTo>
                  <a:pt x="2286856" y="29583"/>
                  <a:pt x="2298170" y="18269"/>
                  <a:pt x="2312127" y="18269"/>
                </a:cubicBezTo>
                <a:close/>
                <a:moveTo>
                  <a:pt x="2127147" y="18269"/>
                </a:moveTo>
                <a:cubicBezTo>
                  <a:pt x="2141104" y="18269"/>
                  <a:pt x="2152418" y="29583"/>
                  <a:pt x="2152418" y="43540"/>
                </a:cubicBezTo>
                <a:cubicBezTo>
                  <a:pt x="2152418" y="57497"/>
                  <a:pt x="2141104" y="68811"/>
                  <a:pt x="2127147" y="68811"/>
                </a:cubicBezTo>
                <a:cubicBezTo>
                  <a:pt x="2113190" y="68811"/>
                  <a:pt x="2101876" y="57497"/>
                  <a:pt x="2101876" y="43540"/>
                </a:cubicBezTo>
                <a:cubicBezTo>
                  <a:pt x="2101876" y="29583"/>
                  <a:pt x="2113190" y="18269"/>
                  <a:pt x="2127147" y="18269"/>
                </a:cubicBezTo>
                <a:close/>
                <a:moveTo>
                  <a:pt x="2497106" y="18269"/>
                </a:moveTo>
                <a:cubicBezTo>
                  <a:pt x="2511063" y="18269"/>
                  <a:pt x="2522377" y="29583"/>
                  <a:pt x="2522377" y="43540"/>
                </a:cubicBezTo>
                <a:cubicBezTo>
                  <a:pt x="2522377" y="57497"/>
                  <a:pt x="2511063" y="68811"/>
                  <a:pt x="2497106" y="68811"/>
                </a:cubicBezTo>
                <a:cubicBezTo>
                  <a:pt x="2483149" y="68811"/>
                  <a:pt x="2471835" y="57497"/>
                  <a:pt x="2471835" y="43540"/>
                </a:cubicBezTo>
                <a:cubicBezTo>
                  <a:pt x="2471835" y="29583"/>
                  <a:pt x="2483149" y="18269"/>
                  <a:pt x="2497106" y="18269"/>
                </a:cubicBezTo>
                <a:close/>
                <a:moveTo>
                  <a:pt x="2682086" y="18269"/>
                </a:moveTo>
                <a:cubicBezTo>
                  <a:pt x="2696043" y="18269"/>
                  <a:pt x="2707357" y="29583"/>
                  <a:pt x="2707357" y="43540"/>
                </a:cubicBezTo>
                <a:cubicBezTo>
                  <a:pt x="2707357" y="57497"/>
                  <a:pt x="2696043" y="68811"/>
                  <a:pt x="2682086" y="68811"/>
                </a:cubicBezTo>
                <a:cubicBezTo>
                  <a:pt x="2668129" y="68811"/>
                  <a:pt x="2656815" y="57497"/>
                  <a:pt x="2656815" y="43540"/>
                </a:cubicBezTo>
                <a:cubicBezTo>
                  <a:pt x="2656815" y="29583"/>
                  <a:pt x="2668129" y="18269"/>
                  <a:pt x="2682086" y="18269"/>
                </a:cubicBezTo>
                <a:close/>
                <a:moveTo>
                  <a:pt x="2867067" y="18269"/>
                </a:moveTo>
                <a:cubicBezTo>
                  <a:pt x="2881024" y="18269"/>
                  <a:pt x="2892338" y="29583"/>
                  <a:pt x="2892338" y="43540"/>
                </a:cubicBezTo>
                <a:cubicBezTo>
                  <a:pt x="2892338" y="57496"/>
                  <a:pt x="2881024" y="68811"/>
                  <a:pt x="2867067" y="68811"/>
                </a:cubicBezTo>
                <a:cubicBezTo>
                  <a:pt x="2853110" y="68811"/>
                  <a:pt x="2841796" y="57496"/>
                  <a:pt x="2841796" y="43540"/>
                </a:cubicBezTo>
                <a:cubicBezTo>
                  <a:pt x="2841796" y="29583"/>
                  <a:pt x="2853110" y="18269"/>
                  <a:pt x="2867067" y="18269"/>
                </a:cubicBezTo>
                <a:close/>
                <a:moveTo>
                  <a:pt x="25273" y="0"/>
                </a:moveTo>
                <a:cubicBezTo>
                  <a:pt x="39230" y="0"/>
                  <a:pt x="50544" y="11314"/>
                  <a:pt x="50544" y="25271"/>
                </a:cubicBezTo>
                <a:cubicBezTo>
                  <a:pt x="50544" y="39228"/>
                  <a:pt x="39230" y="50542"/>
                  <a:pt x="25273" y="50542"/>
                </a:cubicBezTo>
                <a:cubicBezTo>
                  <a:pt x="11316" y="50542"/>
                  <a:pt x="2" y="39228"/>
                  <a:pt x="2" y="25271"/>
                </a:cubicBezTo>
                <a:cubicBezTo>
                  <a:pt x="2" y="11314"/>
                  <a:pt x="11316" y="0"/>
                  <a:pt x="25273" y="0"/>
                </a:cubicBezTo>
                <a:close/>
                <a:moveTo>
                  <a:pt x="210253" y="0"/>
                </a:moveTo>
                <a:cubicBezTo>
                  <a:pt x="224210" y="0"/>
                  <a:pt x="235524" y="11314"/>
                  <a:pt x="235524" y="25271"/>
                </a:cubicBezTo>
                <a:cubicBezTo>
                  <a:pt x="235524" y="39228"/>
                  <a:pt x="224210" y="50542"/>
                  <a:pt x="210253" y="50542"/>
                </a:cubicBezTo>
                <a:cubicBezTo>
                  <a:pt x="196296" y="50542"/>
                  <a:pt x="184982" y="39228"/>
                  <a:pt x="184982" y="25271"/>
                </a:cubicBezTo>
                <a:cubicBezTo>
                  <a:pt x="184982" y="11314"/>
                  <a:pt x="196296" y="0"/>
                  <a:pt x="210253" y="0"/>
                </a:cubicBezTo>
                <a:close/>
                <a:moveTo>
                  <a:pt x="395234" y="0"/>
                </a:moveTo>
                <a:cubicBezTo>
                  <a:pt x="409191" y="0"/>
                  <a:pt x="420505" y="11314"/>
                  <a:pt x="420505" y="25271"/>
                </a:cubicBezTo>
                <a:cubicBezTo>
                  <a:pt x="420505" y="39228"/>
                  <a:pt x="409191" y="50542"/>
                  <a:pt x="395234" y="50542"/>
                </a:cubicBezTo>
                <a:cubicBezTo>
                  <a:pt x="381277" y="50542"/>
                  <a:pt x="369963" y="39228"/>
                  <a:pt x="369963" y="25271"/>
                </a:cubicBezTo>
                <a:cubicBezTo>
                  <a:pt x="369963" y="11314"/>
                  <a:pt x="381277" y="0"/>
                  <a:pt x="395234" y="0"/>
                </a:cubicBezTo>
                <a:close/>
                <a:moveTo>
                  <a:pt x="580214" y="0"/>
                </a:moveTo>
                <a:cubicBezTo>
                  <a:pt x="594171" y="0"/>
                  <a:pt x="605486" y="11314"/>
                  <a:pt x="605486" y="25271"/>
                </a:cubicBezTo>
                <a:cubicBezTo>
                  <a:pt x="605486" y="39228"/>
                  <a:pt x="594171" y="50542"/>
                  <a:pt x="580214" y="50542"/>
                </a:cubicBezTo>
                <a:cubicBezTo>
                  <a:pt x="566258" y="50542"/>
                  <a:pt x="554943" y="39228"/>
                  <a:pt x="554943" y="25271"/>
                </a:cubicBezTo>
                <a:cubicBezTo>
                  <a:pt x="554943" y="11314"/>
                  <a:pt x="566258" y="0"/>
                  <a:pt x="580214" y="0"/>
                </a:cubicBezTo>
                <a:close/>
                <a:moveTo>
                  <a:pt x="765193" y="0"/>
                </a:moveTo>
                <a:cubicBezTo>
                  <a:pt x="779150" y="0"/>
                  <a:pt x="790464" y="11314"/>
                  <a:pt x="790464" y="25271"/>
                </a:cubicBezTo>
                <a:cubicBezTo>
                  <a:pt x="790464" y="39228"/>
                  <a:pt x="779150" y="50542"/>
                  <a:pt x="765193" y="50542"/>
                </a:cubicBezTo>
                <a:cubicBezTo>
                  <a:pt x="751236" y="50542"/>
                  <a:pt x="739922" y="39228"/>
                  <a:pt x="739922" y="25271"/>
                </a:cubicBezTo>
                <a:cubicBezTo>
                  <a:pt x="739922" y="11314"/>
                  <a:pt x="751236" y="0"/>
                  <a:pt x="765193" y="0"/>
                </a:cubicBezTo>
                <a:close/>
                <a:moveTo>
                  <a:pt x="950173" y="0"/>
                </a:moveTo>
                <a:cubicBezTo>
                  <a:pt x="964130" y="0"/>
                  <a:pt x="975442" y="11314"/>
                  <a:pt x="975442" y="25271"/>
                </a:cubicBezTo>
                <a:cubicBezTo>
                  <a:pt x="975442" y="39228"/>
                  <a:pt x="964130" y="50542"/>
                  <a:pt x="950173" y="50542"/>
                </a:cubicBezTo>
                <a:cubicBezTo>
                  <a:pt x="936216" y="50542"/>
                  <a:pt x="924902" y="39228"/>
                  <a:pt x="924902" y="25271"/>
                </a:cubicBezTo>
                <a:cubicBezTo>
                  <a:pt x="924902" y="11314"/>
                  <a:pt x="936216" y="0"/>
                  <a:pt x="950173" y="0"/>
                </a:cubicBezTo>
                <a:close/>
                <a:moveTo>
                  <a:pt x="1135152" y="0"/>
                </a:moveTo>
                <a:cubicBezTo>
                  <a:pt x="1149109" y="0"/>
                  <a:pt x="1160423" y="11314"/>
                  <a:pt x="1160423" y="25271"/>
                </a:cubicBezTo>
                <a:cubicBezTo>
                  <a:pt x="1160423" y="39228"/>
                  <a:pt x="1149109" y="50542"/>
                  <a:pt x="1135152" y="50542"/>
                </a:cubicBezTo>
                <a:cubicBezTo>
                  <a:pt x="1121195" y="50542"/>
                  <a:pt x="1109881" y="39228"/>
                  <a:pt x="1109881" y="25271"/>
                </a:cubicBezTo>
                <a:cubicBezTo>
                  <a:pt x="1109881" y="11314"/>
                  <a:pt x="1121195" y="0"/>
                  <a:pt x="1135152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12700" cap="flat">
            <a:noFill/>
            <a:miter/>
          </a:ln>
          <a:effectLst/>
        </p:spPr>
        <p:txBody>
          <a:bodyPr vert="horz" wrap="square" lIns="121920" tIns="60960" rIns="121920" bIns="60960" rtlCol="0" anchor="ctr"/>
          <a:lstStyle/>
          <a:p>
            <a:pPr algn="ctr">
              <a:lnSpc>
                <a:spcPct val="110000"/>
              </a:lnSpc>
            </a:pPr>
            <a:endParaRPr kumimoji="1" lang="zh-CN" altLang="en-US" sz="2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标题 1"/>
          <p:cNvSpPr txBox="1"/>
          <p:nvPr/>
        </p:nvSpPr>
        <p:spPr>
          <a:xfrm>
            <a:off x="624049" y="1974757"/>
            <a:ext cx="1635579" cy="918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kumimoji="1" lang="en-US" altLang="zh-CN" sz="3733" b="1" dirty="0" err="1">
                <a:ln w="12700">
                  <a:noFill/>
                </a:ln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OPPOSans H" panose="00020600040101010101" charset="-122"/>
              </a:rPr>
              <a:t>目录</a:t>
            </a:r>
            <a:endParaRPr kumimoji="1" lang="en-US" altLang="zh-CN" sz="3733" b="1" dirty="0">
              <a:ln w="12700">
                <a:noFill/>
              </a:ln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OPPOSans H" panose="00020600040101010101" charset="-122"/>
            </a:endParaRPr>
          </a:p>
        </p:txBody>
      </p:sp>
      <p:sp>
        <p:nvSpPr>
          <p:cNvPr id="18" name="标题 1"/>
          <p:cNvSpPr txBox="1"/>
          <p:nvPr/>
        </p:nvSpPr>
        <p:spPr>
          <a:xfrm>
            <a:off x="-240704" y="1892747"/>
            <a:ext cx="2404527" cy="40714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kumimoji="1" lang="en-US" altLang="zh-CN" sz="2400" b="1">
                <a:ln w="12700">
                  <a:noFill/>
                </a:ln>
                <a:solidFill>
                  <a:srgbClr val="002060">
                    <a:alpha val="28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OPPOSans H" panose="00020600040101010101" charset="-122"/>
              </a:rPr>
              <a:t>CONTENS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2D410BC-88E6-7400-271B-5AADB750CD38}"/>
              </a:ext>
            </a:extLst>
          </p:cNvPr>
          <p:cNvSpPr txBox="1"/>
          <p:nvPr/>
        </p:nvSpPr>
        <p:spPr>
          <a:xfrm>
            <a:off x="4727848" y="2492896"/>
            <a:ext cx="6192688" cy="25766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AutoNum type="arabicPeriod"/>
            </a:pPr>
            <a:r>
              <a:rPr kumimoji="1" lang="zh-CN" altLang="en-US" sz="2800" dirty="0"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endParaRPr kumimoji="1" lang="en-US" altLang="zh-CN" sz="2800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kumimoji="1" lang="zh-CN" altLang="en-US" sz="2800" dirty="0"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endParaRPr kumimoji="1" lang="en-US" altLang="zh-CN" sz="2800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kumimoji="1" lang="zh-CN" altLang="en-US" sz="2800" dirty="0"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endParaRPr kumimoji="1" lang="en-US" altLang="zh-CN" sz="2800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kumimoji="1" lang="zh-CN" altLang="en-US" sz="2800" dirty="0"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3BAEBC-907B-CA2F-AB44-CB4F86AA2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262AAA3-DA03-10EF-3299-12A87951F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5DEF92D-CF10-41EC-B025-CF1B6427A32A}" type="slidenum">
              <a:rPr lang="zh-CN" altLang="en-US" smtClean="0"/>
              <a:t>4</a:t>
            </a:fld>
            <a:endParaRPr 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3C94003-5BAA-668B-2927-5FD8D17A4DD8}"/>
              </a:ext>
            </a:extLst>
          </p:cNvPr>
          <p:cNvSpPr/>
          <p:nvPr/>
        </p:nvSpPr>
        <p:spPr>
          <a:xfrm>
            <a:off x="535226" y="1008795"/>
            <a:ext cx="11466589" cy="114274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marR="0" lvl="0" indent="457200" algn="l" defTabSz="914400" rtl="0" eaLnBrk="1" fontAlgn="base" latinLnBrk="0" hangingPunct="1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Tx/>
              <a:buSzPct val="60000"/>
              <a:buFontTx/>
              <a:buNone/>
              <a:tabLst/>
              <a:defRPr/>
            </a:pPr>
            <a:endParaRPr kumimoji="0" lang="zh-CN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15614D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414493333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09D560-1B58-1B55-1BFD-E3EC58FF6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5DEF92D-CF10-41EC-B025-CF1B6427A32A}" type="slidenum">
              <a:rPr lang="zh-CN" altLang="en-US">
                <a:latin typeface="+mn-ea"/>
              </a:rPr>
              <a:t>5</a:t>
            </a:fld>
            <a:endParaRPr lang="en-US">
              <a:latin typeface="+mn-ea"/>
            </a:endParaRPr>
          </a:p>
        </p:txBody>
      </p:sp>
      <p:sp>
        <p:nvSpPr>
          <p:cNvPr id="6" name="TextBox 8"/>
          <p:cNvSpPr txBox="1"/>
          <p:nvPr/>
        </p:nvSpPr>
        <p:spPr>
          <a:xfrm>
            <a:off x="3311691" y="2753360"/>
            <a:ext cx="5830147" cy="1351280"/>
          </a:xfrm>
          <a:prstGeom prst="rect">
            <a:avLst/>
          </a:prstGeom>
          <a:noFill/>
        </p:spPr>
        <p:txBody>
          <a:bodyPr vert="horz" wrap="square" lIns="121920" tIns="60960" rIns="121920" bIns="60960" rtlCol="0" anchor="t" anchorCtr="0">
            <a:normAutofit/>
          </a:bodyPr>
          <a:lstStyle/>
          <a:p>
            <a:pPr algn="ctr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6300" dirty="0">
                <a:solidFill>
                  <a:srgbClr val="104580">
                    <a:alpha val="100000"/>
                  </a:srgbClr>
                </a:solidFill>
                <a:latin typeface="+mn-ea"/>
                <a:cs typeface="Arial Unicode MS" panose="020B0604020202020204" charset="-122"/>
              </a:rPr>
              <a:t>THANK YOU！</a:t>
            </a:r>
          </a:p>
        </p:txBody>
      </p:sp>
      <p:sp>
        <p:nvSpPr>
          <p:cNvPr id="8" name="TextBox 9"/>
          <p:cNvSpPr txBox="1"/>
          <p:nvPr/>
        </p:nvSpPr>
        <p:spPr>
          <a:xfrm>
            <a:off x="3365021" y="4416366"/>
            <a:ext cx="5810251" cy="612140"/>
          </a:xfrm>
          <a:prstGeom prst="rect">
            <a:avLst/>
          </a:prstGeom>
          <a:noFill/>
        </p:spPr>
        <p:txBody>
          <a:bodyPr vert="horz" wrap="square" lIns="121920" tIns="60960" rIns="121920" bIns="60960" rtlCol="0" anchor="t" anchorCtr="0">
            <a:normAutofit/>
          </a:bodyPr>
          <a:lstStyle/>
          <a:p>
            <a:pPr algn="ctr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3200" b="1" dirty="0" err="1">
                <a:solidFill>
                  <a:srgbClr val="104580">
                    <a:alpha val="100000"/>
                  </a:srgbClr>
                </a:solidFill>
                <a:latin typeface="+mn-ea"/>
                <a:cs typeface="微软雅黑" panose="020B0503020204020204" charset="-122"/>
              </a:rPr>
              <a:t>中国的泰豪，世界的泰豪</a:t>
            </a:r>
            <a:r>
              <a:rPr lang="en-US" sz="3200" b="1" dirty="0">
                <a:solidFill>
                  <a:srgbClr val="104580">
                    <a:alpha val="100000"/>
                  </a:srgbClr>
                </a:solidFill>
                <a:latin typeface="+mn-ea"/>
                <a:cs typeface="微软雅黑" panose="020B0503020204020204" charset="-122"/>
              </a:rPr>
              <a:t>！</a:t>
            </a:r>
          </a:p>
        </p:txBody>
      </p:sp>
      <p:sp>
        <p:nvSpPr>
          <p:cNvPr id="9" name="TextBox 10"/>
          <p:cNvSpPr txBox="1"/>
          <p:nvPr/>
        </p:nvSpPr>
        <p:spPr>
          <a:xfrm>
            <a:off x="4787720" y="3878898"/>
            <a:ext cx="2922587" cy="397087"/>
          </a:xfrm>
          <a:prstGeom prst="rect">
            <a:avLst/>
          </a:prstGeom>
          <a:noFill/>
        </p:spPr>
        <p:txBody>
          <a:bodyPr vert="horz" wrap="square" lIns="121920" tIns="60960" rIns="121920" bIns="60960" rtlCol="0" anchor="t" anchorCtr="0">
            <a:normAutofit/>
          </a:bodyPr>
          <a:lstStyle/>
          <a:p>
            <a:pPr algn="dist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 dirty="0" err="1">
                <a:solidFill>
                  <a:srgbClr val="104580">
                    <a:alpha val="100000"/>
                  </a:srgbClr>
                </a:solidFill>
                <a:latin typeface="+mn-ea"/>
                <a:cs typeface="宋体" panose="02010600030101010101" pitchFamily="2" charset="-122"/>
              </a:rPr>
              <a:t>谢谢聆听</a:t>
            </a:r>
            <a:endParaRPr lang="en-US" sz="1800" dirty="0">
              <a:solidFill>
                <a:srgbClr val="104580">
                  <a:alpha val="100000"/>
                </a:srgbClr>
              </a:solidFill>
              <a:latin typeface="+mn-ea"/>
              <a:cs typeface="宋体" panose="02010600030101010101" pitchFamily="2" charset="-122"/>
            </a:endParaRPr>
          </a:p>
        </p:txBody>
      </p:sp>
    </p:spTree>
  </p:cSld>
  <p:clrMapOvr>
    <a:masterClrMapping/>
  </p:clrMapOvr>
  <p:transition spd="med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jNmOWNlMDVhOTk2ODE1NGJkMzU3MWU4NWFjZjg3YjYifQ=="/>
  <p:tag name="RESOURCE_RECORD_KEY" val="{&quot;70&quot;:[3332740],&quot;8&quot;:[4610354]}"/>
</p:tagLst>
</file>

<file path=ppt/theme/theme1.xml><?xml version="1.0" encoding="utf-8"?>
<a:theme xmlns:a="http://schemas.openxmlformats.org/drawingml/2006/main" name="1_Office 主题">
  <a:themeElements>
    <a:clrScheme name="">
      <a:dk1>
        <a:srgbClr val="000000"/>
      </a:dk1>
      <a:lt1>
        <a:srgbClr val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FFFFFF"/>
      </a:accent3>
      <a:accent4>
        <a:srgbClr val="000000"/>
      </a:accent4>
      <a:accent5>
        <a:srgbClr val="AABBDF"/>
      </a:accent5>
      <a:accent6>
        <a:srgbClr val="008EC4"/>
      </a:accent6>
      <a:hlink>
        <a:srgbClr val="E2D700"/>
      </a:hlink>
      <a:folHlink>
        <a:srgbClr val="85DFD0"/>
      </a:folHlink>
    </a:clrScheme>
    <a:fontScheme name="Custom 1">
      <a:majorFont>
        <a:latin typeface="Century Gothic"/>
        <a:ea typeface="微软雅黑"/>
        <a:cs typeface=""/>
      </a:majorFont>
      <a:minorFont>
        <a:latin typeface="Agency FB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方正姚体" panose="02010601030101010101" pitchFamily="2" charset="-122"/>
            <a:ea typeface="方正姚体" panose="02010601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方正姚体" panose="02010601030101010101" pitchFamily="2" charset="-122"/>
            <a:ea typeface="方正姚体" panose="02010601030101010101" pitchFamily="2" charset="-122"/>
          </a:defRPr>
        </a:defPPr>
      </a:lstStyle>
    </a:lnDef>
  </a:objectDefaults>
  <a:extraClrSchemeLst>
    <a:extraClrScheme>
      <a:clrScheme name="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7791</TotalTime>
  <Words>30</Words>
  <Application>Microsoft Macintosh PowerPoint</Application>
  <PresentationFormat>宽屏</PresentationFormat>
  <Paragraphs>14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4" baseType="lpstr">
      <vt:lpstr>等线</vt:lpstr>
      <vt:lpstr>SimHei</vt:lpstr>
      <vt:lpstr>Microsoft YaHei</vt:lpstr>
      <vt:lpstr>Microsoft YaHei</vt:lpstr>
      <vt:lpstr>Agency FB</vt:lpstr>
      <vt:lpstr>Arial</vt:lpstr>
      <vt:lpstr>Calibri</vt:lpstr>
      <vt:lpstr>Century Gothic</vt:lpstr>
      <vt:lpstr>1_Office 主题</vt:lpstr>
      <vt:lpstr>人工智能实践与展望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PPT修改意见整理</dc:title>
  <dc:creator>John</dc:creator>
  <cp:lastModifiedBy>YF</cp:lastModifiedBy>
  <cp:revision>1040</cp:revision>
  <dcterms:created xsi:type="dcterms:W3CDTF">2016-04-07T03:36:00Z</dcterms:created>
  <dcterms:modified xsi:type="dcterms:W3CDTF">2026-03-10T07:01:01Z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E38699E087084E7EB9EC88B3214F0EE0_13</vt:lpwstr>
  </property>
  <property fmtid="{D5CDD505-2E9C-101B-9397-08002B2CF9AE}" pid="3" name="KSOProductBuildVer">
    <vt:lpwstr>2052-12.1.0.24034</vt:lpwstr>
  </property>
</Properties>
</file>